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8.jpg" ContentType="image/jpeg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3" r:id="rId4"/>
  </p:sldMasterIdLst>
  <p:notesMasterIdLst>
    <p:notesMasterId r:id="rId44"/>
  </p:notesMasterIdLst>
  <p:handoutMasterIdLst>
    <p:handoutMasterId r:id="rId45"/>
  </p:handoutMasterIdLst>
  <p:sldIdLst>
    <p:sldId id="256" r:id="rId5"/>
    <p:sldId id="284" r:id="rId6"/>
    <p:sldId id="262" r:id="rId7"/>
    <p:sldId id="266" r:id="rId8"/>
    <p:sldId id="285" r:id="rId9"/>
    <p:sldId id="273" r:id="rId10"/>
    <p:sldId id="274" r:id="rId11"/>
    <p:sldId id="294" r:id="rId12"/>
    <p:sldId id="289" r:id="rId13"/>
    <p:sldId id="286" r:id="rId14"/>
    <p:sldId id="269" r:id="rId15"/>
    <p:sldId id="295" r:id="rId16"/>
    <p:sldId id="291" r:id="rId17"/>
    <p:sldId id="296" r:id="rId18"/>
    <p:sldId id="297" r:id="rId19"/>
    <p:sldId id="298" r:id="rId20"/>
    <p:sldId id="299" r:id="rId21"/>
    <p:sldId id="300" r:id="rId22"/>
    <p:sldId id="301" r:id="rId23"/>
    <p:sldId id="303" r:id="rId24"/>
    <p:sldId id="308" r:id="rId25"/>
    <p:sldId id="302" r:id="rId26"/>
    <p:sldId id="305" r:id="rId27"/>
    <p:sldId id="307" r:id="rId28"/>
    <p:sldId id="306" r:id="rId29"/>
    <p:sldId id="304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287" r:id="rId38"/>
    <p:sldId id="279" r:id="rId39"/>
    <p:sldId id="288" r:id="rId40"/>
    <p:sldId id="282" r:id="rId41"/>
    <p:sldId id="264" r:id="rId42"/>
    <p:sldId id="271" r:id="rId4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B2BFC7"/>
    <a:srgbClr val="D5DCE1"/>
    <a:srgbClr val="00A09F"/>
    <a:srgbClr val="1E50DC"/>
    <a:srgbClr val="B7B6B3"/>
    <a:srgbClr val="9CA8AD"/>
    <a:srgbClr val="151F6D"/>
    <a:srgbClr val="807DFF"/>
    <a:srgbClr val="00B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napToGrid="0">
      <p:cViewPr varScale="1">
        <p:scale>
          <a:sx n="111" d="100"/>
          <a:sy n="111" d="100"/>
        </p:scale>
        <p:origin x="47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14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A5249D-6112-4329-8F3F-0F9585F4B467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5D1C4013-5269-40D5-B82D-8000A4994FC2}">
      <dgm:prSet phldrT="[Texto]"/>
      <dgm:spPr/>
      <dgm:t>
        <a:bodyPr/>
        <a:lstStyle/>
        <a:p>
          <a:r>
            <a:rPr lang="es-ES" dirty="0"/>
            <a:t> </a:t>
          </a:r>
          <a:endParaRPr lang="es-PE" dirty="0"/>
        </a:p>
      </dgm:t>
    </dgm:pt>
    <dgm:pt modelId="{72EE5F2A-2E5C-475A-B77B-4FE16A2A7E7A}" type="parTrans" cxnId="{8C8759FF-4F70-4CB1-A6FB-8A26D40ED141}">
      <dgm:prSet/>
      <dgm:spPr/>
      <dgm:t>
        <a:bodyPr/>
        <a:lstStyle/>
        <a:p>
          <a:endParaRPr lang="es-PE"/>
        </a:p>
      </dgm:t>
    </dgm:pt>
    <dgm:pt modelId="{B586F358-8BE5-4F67-A8C3-6A5D47C01BFA}" type="sibTrans" cxnId="{8C8759FF-4F70-4CB1-A6FB-8A26D40ED141}">
      <dgm:prSet/>
      <dgm:spPr/>
      <dgm:t>
        <a:bodyPr/>
        <a:lstStyle/>
        <a:p>
          <a:endParaRPr lang="es-PE"/>
        </a:p>
      </dgm:t>
    </dgm:pt>
    <dgm:pt modelId="{9E60C403-972F-4118-964A-71D5B25FC1BD}">
      <dgm:prSet phldrT="[Texto]"/>
      <dgm:spPr/>
      <dgm:t>
        <a:bodyPr/>
        <a:lstStyle/>
        <a:p>
          <a:r>
            <a:rPr lang="es-ES" dirty="0">
              <a:latin typeface="+mj-lt"/>
            </a:rPr>
            <a:t>Anotar todas las ideas en papel</a:t>
          </a:r>
          <a:endParaRPr lang="es-PE" dirty="0">
            <a:latin typeface="+mj-lt"/>
          </a:endParaRPr>
        </a:p>
      </dgm:t>
    </dgm:pt>
    <dgm:pt modelId="{99771BD4-9BB0-4B5A-858E-46B58684FCCC}" type="parTrans" cxnId="{C48C6AC2-A357-41CE-85A3-2D79E43C4F6F}">
      <dgm:prSet/>
      <dgm:spPr/>
      <dgm:t>
        <a:bodyPr/>
        <a:lstStyle/>
        <a:p>
          <a:endParaRPr lang="es-PE"/>
        </a:p>
      </dgm:t>
    </dgm:pt>
    <dgm:pt modelId="{983397A8-5D05-47EC-8EC3-30DF54A0EA5E}" type="sibTrans" cxnId="{C48C6AC2-A357-41CE-85A3-2D79E43C4F6F}">
      <dgm:prSet/>
      <dgm:spPr/>
      <dgm:t>
        <a:bodyPr/>
        <a:lstStyle/>
        <a:p>
          <a:endParaRPr lang="es-PE"/>
        </a:p>
      </dgm:t>
    </dgm:pt>
    <dgm:pt modelId="{19A91CC2-5394-4275-A2FE-2B58B0AA39E8}">
      <dgm:prSet phldrT="[Texto]"/>
      <dgm:spPr/>
      <dgm:t>
        <a:bodyPr/>
        <a:lstStyle/>
        <a:p>
          <a:r>
            <a:rPr lang="es-ES" dirty="0"/>
            <a:t> </a:t>
          </a:r>
          <a:endParaRPr lang="es-PE" dirty="0"/>
        </a:p>
      </dgm:t>
    </dgm:pt>
    <dgm:pt modelId="{243CAEF3-6D62-4E65-9D52-CDF254C37A53}" type="parTrans" cxnId="{896087AD-FAD6-43C9-A946-B6A35F243A18}">
      <dgm:prSet/>
      <dgm:spPr/>
      <dgm:t>
        <a:bodyPr/>
        <a:lstStyle/>
        <a:p>
          <a:endParaRPr lang="es-PE"/>
        </a:p>
      </dgm:t>
    </dgm:pt>
    <dgm:pt modelId="{F8C40283-92F0-4F0B-A728-402C07973698}" type="sibTrans" cxnId="{896087AD-FAD6-43C9-A946-B6A35F243A18}">
      <dgm:prSet/>
      <dgm:spPr/>
      <dgm:t>
        <a:bodyPr/>
        <a:lstStyle/>
        <a:p>
          <a:endParaRPr lang="es-PE"/>
        </a:p>
      </dgm:t>
    </dgm:pt>
    <dgm:pt modelId="{061825AB-C4FD-40B3-8289-5D1E8FD611D8}">
      <dgm:prSet phldrT="[Texto]"/>
      <dgm:spPr/>
      <dgm:t>
        <a:bodyPr/>
        <a:lstStyle/>
        <a:p>
          <a:r>
            <a:rPr lang="es-ES" dirty="0">
              <a:latin typeface="+mj-lt"/>
            </a:rPr>
            <a:t>Identificar el contexto: objeto a estudiar, variables y relaciones entre variables</a:t>
          </a:r>
          <a:endParaRPr lang="es-PE" dirty="0">
            <a:latin typeface="+mj-lt"/>
          </a:endParaRPr>
        </a:p>
      </dgm:t>
    </dgm:pt>
    <dgm:pt modelId="{67876545-E6D7-45B6-B749-CBBF450CC7AF}" type="parTrans" cxnId="{0287600D-09FF-4546-A7FB-D39800E62BD2}">
      <dgm:prSet/>
      <dgm:spPr/>
      <dgm:t>
        <a:bodyPr/>
        <a:lstStyle/>
        <a:p>
          <a:endParaRPr lang="es-PE"/>
        </a:p>
      </dgm:t>
    </dgm:pt>
    <dgm:pt modelId="{C9D8240F-DE0F-4EE9-8877-943B951851BD}" type="sibTrans" cxnId="{0287600D-09FF-4546-A7FB-D39800E62BD2}">
      <dgm:prSet/>
      <dgm:spPr/>
      <dgm:t>
        <a:bodyPr/>
        <a:lstStyle/>
        <a:p>
          <a:endParaRPr lang="es-PE"/>
        </a:p>
      </dgm:t>
    </dgm:pt>
    <dgm:pt modelId="{515E8CCF-B141-4276-89E8-C4E1185EB19E}">
      <dgm:prSet phldrT="[Texto]"/>
      <dgm:spPr/>
      <dgm:t>
        <a:bodyPr/>
        <a:lstStyle/>
        <a:p>
          <a:r>
            <a:rPr lang="es-ES" dirty="0"/>
            <a:t> </a:t>
          </a:r>
          <a:endParaRPr lang="es-PE" dirty="0"/>
        </a:p>
      </dgm:t>
    </dgm:pt>
    <dgm:pt modelId="{60EC99D3-8099-40E6-8154-CE4B2650E3D2}" type="parTrans" cxnId="{3BD2C88D-036F-4C59-8C07-FC5E37FAF8F4}">
      <dgm:prSet/>
      <dgm:spPr/>
      <dgm:t>
        <a:bodyPr/>
        <a:lstStyle/>
        <a:p>
          <a:endParaRPr lang="es-PE"/>
        </a:p>
      </dgm:t>
    </dgm:pt>
    <dgm:pt modelId="{03EFE600-4415-4F6C-9D5C-D7E81ABE6E8A}" type="sibTrans" cxnId="{3BD2C88D-036F-4C59-8C07-FC5E37FAF8F4}">
      <dgm:prSet/>
      <dgm:spPr/>
      <dgm:t>
        <a:bodyPr/>
        <a:lstStyle/>
        <a:p>
          <a:endParaRPr lang="es-PE"/>
        </a:p>
      </dgm:t>
    </dgm:pt>
    <dgm:pt modelId="{3D145F85-634A-449B-99D3-6A016B069C30}">
      <dgm:prSet phldrT="[Texto]"/>
      <dgm:spPr/>
      <dgm:t>
        <a:bodyPr/>
        <a:lstStyle/>
        <a:p>
          <a:r>
            <a:rPr lang="es-ES" dirty="0">
              <a:latin typeface="+mj-lt"/>
            </a:rPr>
            <a:t>Indagar sobre las variables</a:t>
          </a:r>
          <a:endParaRPr lang="es-PE" dirty="0">
            <a:latin typeface="+mj-lt"/>
          </a:endParaRPr>
        </a:p>
      </dgm:t>
    </dgm:pt>
    <dgm:pt modelId="{7F0C4645-1F00-4A57-BBEF-BC9C62328B68}" type="parTrans" cxnId="{28F89652-076E-460F-BB83-EA4DC3DCDE04}">
      <dgm:prSet/>
      <dgm:spPr/>
      <dgm:t>
        <a:bodyPr/>
        <a:lstStyle/>
        <a:p>
          <a:endParaRPr lang="es-PE"/>
        </a:p>
      </dgm:t>
    </dgm:pt>
    <dgm:pt modelId="{C72BA445-EF01-4097-BFA6-28CBC5E088D8}" type="sibTrans" cxnId="{28F89652-076E-460F-BB83-EA4DC3DCDE04}">
      <dgm:prSet/>
      <dgm:spPr/>
      <dgm:t>
        <a:bodyPr/>
        <a:lstStyle/>
        <a:p>
          <a:endParaRPr lang="es-PE"/>
        </a:p>
      </dgm:t>
    </dgm:pt>
    <dgm:pt modelId="{5C28A4F6-3126-4155-B44C-E0BEB0698197}">
      <dgm:prSet/>
      <dgm:spPr/>
      <dgm:t>
        <a:bodyPr/>
        <a:lstStyle/>
        <a:p>
          <a:endParaRPr lang="es-PE"/>
        </a:p>
      </dgm:t>
    </dgm:pt>
    <dgm:pt modelId="{29B3C8BF-C89E-4C3E-B589-9B9F02B4DFCD}" type="parTrans" cxnId="{9789408E-87BF-4EF4-9D69-76B651A79705}">
      <dgm:prSet/>
      <dgm:spPr/>
      <dgm:t>
        <a:bodyPr/>
        <a:lstStyle/>
        <a:p>
          <a:endParaRPr lang="es-PE"/>
        </a:p>
      </dgm:t>
    </dgm:pt>
    <dgm:pt modelId="{335A6E8D-41CE-4F11-9839-E955CDD9E0B1}" type="sibTrans" cxnId="{9789408E-87BF-4EF4-9D69-76B651A79705}">
      <dgm:prSet/>
      <dgm:spPr/>
      <dgm:t>
        <a:bodyPr/>
        <a:lstStyle/>
        <a:p>
          <a:endParaRPr lang="es-PE"/>
        </a:p>
      </dgm:t>
    </dgm:pt>
    <dgm:pt modelId="{82583E77-13E7-49EF-900A-9CF60CEE8313}">
      <dgm:prSet/>
      <dgm:spPr/>
      <dgm:t>
        <a:bodyPr/>
        <a:lstStyle/>
        <a:p>
          <a:r>
            <a:rPr lang="es-ES" dirty="0">
              <a:latin typeface="+mj-lt"/>
            </a:rPr>
            <a:t>Buscar bibliografía sobre cada concepto</a:t>
          </a:r>
          <a:endParaRPr lang="es-PE" dirty="0">
            <a:latin typeface="+mj-lt"/>
          </a:endParaRPr>
        </a:p>
      </dgm:t>
    </dgm:pt>
    <dgm:pt modelId="{EC267374-4DB2-427A-AE52-E4C925F9B6E4}" type="parTrans" cxnId="{543777B3-52E4-4936-96FB-5F9446716777}">
      <dgm:prSet/>
      <dgm:spPr/>
      <dgm:t>
        <a:bodyPr/>
        <a:lstStyle/>
        <a:p>
          <a:endParaRPr lang="es-PE"/>
        </a:p>
      </dgm:t>
    </dgm:pt>
    <dgm:pt modelId="{BEF09350-997A-4FDC-BE45-7FC6DCC2CC3C}" type="sibTrans" cxnId="{543777B3-52E4-4936-96FB-5F9446716777}">
      <dgm:prSet/>
      <dgm:spPr/>
      <dgm:t>
        <a:bodyPr/>
        <a:lstStyle/>
        <a:p>
          <a:endParaRPr lang="es-PE"/>
        </a:p>
      </dgm:t>
    </dgm:pt>
    <dgm:pt modelId="{BF95CD6E-F1AE-4F4D-98DB-C64DACDBE7C0}" type="pres">
      <dgm:prSet presAssocID="{23A5249D-6112-4329-8F3F-0F9585F4B467}" presName="linearFlow" presStyleCnt="0">
        <dgm:presLayoutVars>
          <dgm:dir/>
          <dgm:animLvl val="lvl"/>
          <dgm:resizeHandles val="exact"/>
        </dgm:presLayoutVars>
      </dgm:prSet>
      <dgm:spPr/>
    </dgm:pt>
    <dgm:pt modelId="{D7E9D426-14D6-4B08-94DF-3C8515E998D5}" type="pres">
      <dgm:prSet presAssocID="{5D1C4013-5269-40D5-B82D-8000A4994FC2}" presName="composite" presStyleCnt="0"/>
      <dgm:spPr/>
    </dgm:pt>
    <dgm:pt modelId="{57E26FF7-44D0-4323-A583-FA5023914281}" type="pres">
      <dgm:prSet presAssocID="{5D1C4013-5269-40D5-B82D-8000A4994FC2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843FD55-6180-46A7-B468-C77B7583387D}" type="pres">
      <dgm:prSet presAssocID="{5D1C4013-5269-40D5-B82D-8000A4994FC2}" presName="descendantText" presStyleLbl="alignAcc1" presStyleIdx="0" presStyleCnt="4">
        <dgm:presLayoutVars>
          <dgm:bulletEnabled val="1"/>
        </dgm:presLayoutVars>
      </dgm:prSet>
      <dgm:spPr/>
    </dgm:pt>
    <dgm:pt modelId="{411396C3-2B34-469C-B2D5-583F909A6D14}" type="pres">
      <dgm:prSet presAssocID="{B586F358-8BE5-4F67-A8C3-6A5D47C01BFA}" presName="sp" presStyleCnt="0"/>
      <dgm:spPr/>
    </dgm:pt>
    <dgm:pt modelId="{E892D5BD-DF02-4CD3-B5B0-6C68CAC52B53}" type="pres">
      <dgm:prSet presAssocID="{19A91CC2-5394-4275-A2FE-2B58B0AA39E8}" presName="composite" presStyleCnt="0"/>
      <dgm:spPr/>
    </dgm:pt>
    <dgm:pt modelId="{00CA3B39-674E-47ED-AB3B-40E69ACF07F4}" type="pres">
      <dgm:prSet presAssocID="{19A91CC2-5394-4275-A2FE-2B58B0AA39E8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B33F745C-312E-4883-BC0E-D40167F7122E}" type="pres">
      <dgm:prSet presAssocID="{19A91CC2-5394-4275-A2FE-2B58B0AA39E8}" presName="descendantText" presStyleLbl="alignAcc1" presStyleIdx="1" presStyleCnt="4">
        <dgm:presLayoutVars>
          <dgm:bulletEnabled val="1"/>
        </dgm:presLayoutVars>
      </dgm:prSet>
      <dgm:spPr/>
    </dgm:pt>
    <dgm:pt modelId="{30A89255-1687-401A-AAF3-98B6F9567292}" type="pres">
      <dgm:prSet presAssocID="{F8C40283-92F0-4F0B-A728-402C07973698}" presName="sp" presStyleCnt="0"/>
      <dgm:spPr/>
    </dgm:pt>
    <dgm:pt modelId="{FDDC9ABE-ACA4-4FBE-9134-5F581A4B8E1B}" type="pres">
      <dgm:prSet presAssocID="{515E8CCF-B141-4276-89E8-C4E1185EB19E}" presName="composite" presStyleCnt="0"/>
      <dgm:spPr/>
    </dgm:pt>
    <dgm:pt modelId="{B0B31635-58BA-4211-81CF-698353CB526E}" type="pres">
      <dgm:prSet presAssocID="{515E8CCF-B141-4276-89E8-C4E1185EB19E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A4E70C7-3BDC-4C9E-9C79-000CC1E39813}" type="pres">
      <dgm:prSet presAssocID="{515E8CCF-B141-4276-89E8-C4E1185EB19E}" presName="descendantText" presStyleLbl="alignAcc1" presStyleIdx="2" presStyleCnt="4">
        <dgm:presLayoutVars>
          <dgm:bulletEnabled val="1"/>
        </dgm:presLayoutVars>
      </dgm:prSet>
      <dgm:spPr/>
    </dgm:pt>
    <dgm:pt modelId="{82013385-2D2F-4F60-8CF0-AF2B77123112}" type="pres">
      <dgm:prSet presAssocID="{03EFE600-4415-4F6C-9D5C-D7E81ABE6E8A}" presName="sp" presStyleCnt="0"/>
      <dgm:spPr/>
    </dgm:pt>
    <dgm:pt modelId="{51D5D5BE-83FD-4F34-A773-F2D2086D8E52}" type="pres">
      <dgm:prSet presAssocID="{5C28A4F6-3126-4155-B44C-E0BEB0698197}" presName="composite" presStyleCnt="0"/>
      <dgm:spPr/>
    </dgm:pt>
    <dgm:pt modelId="{077BB974-7745-4B7E-864C-B83E89F52A96}" type="pres">
      <dgm:prSet presAssocID="{5C28A4F6-3126-4155-B44C-E0BEB069819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17DED27B-B9C0-4630-B532-CF934C49B1A7}" type="pres">
      <dgm:prSet presAssocID="{5C28A4F6-3126-4155-B44C-E0BEB069819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287600D-09FF-4546-A7FB-D39800E62BD2}" srcId="{19A91CC2-5394-4275-A2FE-2B58B0AA39E8}" destId="{061825AB-C4FD-40B3-8289-5D1E8FD611D8}" srcOrd="0" destOrd="0" parTransId="{67876545-E6D7-45B6-B749-CBBF450CC7AF}" sibTransId="{C9D8240F-DE0F-4EE9-8877-943B951851BD}"/>
    <dgm:cxn modelId="{3CF1AE10-26D4-4DD5-9589-8C28260B850D}" type="presOf" srcId="{9E60C403-972F-4118-964A-71D5B25FC1BD}" destId="{C843FD55-6180-46A7-B468-C77B7583387D}" srcOrd="0" destOrd="0" presId="urn:microsoft.com/office/officeart/2005/8/layout/chevron2"/>
    <dgm:cxn modelId="{51999342-2C08-4277-B6C5-1E2704BF2C5E}" type="presOf" srcId="{515E8CCF-B141-4276-89E8-C4E1185EB19E}" destId="{B0B31635-58BA-4211-81CF-698353CB526E}" srcOrd="0" destOrd="0" presId="urn:microsoft.com/office/officeart/2005/8/layout/chevron2"/>
    <dgm:cxn modelId="{5F972472-1BA6-489B-97AF-6F54F7DC2DDE}" type="presOf" srcId="{19A91CC2-5394-4275-A2FE-2B58B0AA39E8}" destId="{00CA3B39-674E-47ED-AB3B-40E69ACF07F4}" srcOrd="0" destOrd="0" presId="urn:microsoft.com/office/officeart/2005/8/layout/chevron2"/>
    <dgm:cxn modelId="{28F89652-076E-460F-BB83-EA4DC3DCDE04}" srcId="{515E8CCF-B141-4276-89E8-C4E1185EB19E}" destId="{3D145F85-634A-449B-99D3-6A016B069C30}" srcOrd="0" destOrd="0" parTransId="{7F0C4645-1F00-4A57-BBEF-BC9C62328B68}" sibTransId="{C72BA445-EF01-4097-BFA6-28CBC5E088D8}"/>
    <dgm:cxn modelId="{35E6F673-4942-4CDA-86A4-1A5B5F5702D6}" type="presOf" srcId="{5C28A4F6-3126-4155-B44C-E0BEB0698197}" destId="{077BB974-7745-4B7E-864C-B83E89F52A96}" srcOrd="0" destOrd="0" presId="urn:microsoft.com/office/officeart/2005/8/layout/chevron2"/>
    <dgm:cxn modelId="{EA60F67F-8335-486C-93DA-1E5AE4FFF439}" type="presOf" srcId="{82583E77-13E7-49EF-900A-9CF60CEE8313}" destId="{17DED27B-B9C0-4630-B532-CF934C49B1A7}" srcOrd="0" destOrd="0" presId="urn:microsoft.com/office/officeart/2005/8/layout/chevron2"/>
    <dgm:cxn modelId="{3BD2C88D-036F-4C59-8C07-FC5E37FAF8F4}" srcId="{23A5249D-6112-4329-8F3F-0F9585F4B467}" destId="{515E8CCF-B141-4276-89E8-C4E1185EB19E}" srcOrd="2" destOrd="0" parTransId="{60EC99D3-8099-40E6-8154-CE4B2650E3D2}" sibTransId="{03EFE600-4415-4F6C-9D5C-D7E81ABE6E8A}"/>
    <dgm:cxn modelId="{9789408E-87BF-4EF4-9D69-76B651A79705}" srcId="{23A5249D-6112-4329-8F3F-0F9585F4B467}" destId="{5C28A4F6-3126-4155-B44C-E0BEB0698197}" srcOrd="3" destOrd="0" parTransId="{29B3C8BF-C89E-4C3E-B589-9B9F02B4DFCD}" sibTransId="{335A6E8D-41CE-4F11-9839-E955CDD9E0B1}"/>
    <dgm:cxn modelId="{0AE9B5A7-C36E-4FE1-9D3E-4DA4D1B9E611}" type="presOf" srcId="{23A5249D-6112-4329-8F3F-0F9585F4B467}" destId="{BF95CD6E-F1AE-4F4D-98DB-C64DACDBE7C0}" srcOrd="0" destOrd="0" presId="urn:microsoft.com/office/officeart/2005/8/layout/chevron2"/>
    <dgm:cxn modelId="{896087AD-FAD6-43C9-A946-B6A35F243A18}" srcId="{23A5249D-6112-4329-8F3F-0F9585F4B467}" destId="{19A91CC2-5394-4275-A2FE-2B58B0AA39E8}" srcOrd="1" destOrd="0" parTransId="{243CAEF3-6D62-4E65-9D52-CDF254C37A53}" sibTransId="{F8C40283-92F0-4F0B-A728-402C07973698}"/>
    <dgm:cxn modelId="{543777B3-52E4-4936-96FB-5F9446716777}" srcId="{5C28A4F6-3126-4155-B44C-E0BEB0698197}" destId="{82583E77-13E7-49EF-900A-9CF60CEE8313}" srcOrd="0" destOrd="0" parTransId="{EC267374-4DB2-427A-AE52-E4C925F9B6E4}" sibTransId="{BEF09350-997A-4FDC-BE45-7FC6DCC2CC3C}"/>
    <dgm:cxn modelId="{C48C6AC2-A357-41CE-85A3-2D79E43C4F6F}" srcId="{5D1C4013-5269-40D5-B82D-8000A4994FC2}" destId="{9E60C403-972F-4118-964A-71D5B25FC1BD}" srcOrd="0" destOrd="0" parTransId="{99771BD4-9BB0-4B5A-858E-46B58684FCCC}" sibTransId="{983397A8-5D05-47EC-8EC3-30DF54A0EA5E}"/>
    <dgm:cxn modelId="{A4ABC1DB-1DE1-45BD-A74E-EAE26E26B56B}" type="presOf" srcId="{5D1C4013-5269-40D5-B82D-8000A4994FC2}" destId="{57E26FF7-44D0-4323-A583-FA5023914281}" srcOrd="0" destOrd="0" presId="urn:microsoft.com/office/officeart/2005/8/layout/chevron2"/>
    <dgm:cxn modelId="{295475DD-9AAA-4EC0-9443-5CFA16C6A19F}" type="presOf" srcId="{061825AB-C4FD-40B3-8289-5D1E8FD611D8}" destId="{B33F745C-312E-4883-BC0E-D40167F7122E}" srcOrd="0" destOrd="0" presId="urn:microsoft.com/office/officeart/2005/8/layout/chevron2"/>
    <dgm:cxn modelId="{B63408EC-698A-462F-BA17-548ED31CB01D}" type="presOf" srcId="{3D145F85-634A-449B-99D3-6A016B069C30}" destId="{EA4E70C7-3BDC-4C9E-9C79-000CC1E39813}" srcOrd="0" destOrd="0" presId="urn:microsoft.com/office/officeart/2005/8/layout/chevron2"/>
    <dgm:cxn modelId="{8C8759FF-4F70-4CB1-A6FB-8A26D40ED141}" srcId="{23A5249D-6112-4329-8F3F-0F9585F4B467}" destId="{5D1C4013-5269-40D5-B82D-8000A4994FC2}" srcOrd="0" destOrd="0" parTransId="{72EE5F2A-2E5C-475A-B77B-4FE16A2A7E7A}" sibTransId="{B586F358-8BE5-4F67-A8C3-6A5D47C01BFA}"/>
    <dgm:cxn modelId="{1742C8A8-2206-4B99-9808-950149F6D20E}" type="presParOf" srcId="{BF95CD6E-F1AE-4F4D-98DB-C64DACDBE7C0}" destId="{D7E9D426-14D6-4B08-94DF-3C8515E998D5}" srcOrd="0" destOrd="0" presId="urn:microsoft.com/office/officeart/2005/8/layout/chevron2"/>
    <dgm:cxn modelId="{142BBA4A-C92F-49FC-899C-693D331C3A6E}" type="presParOf" srcId="{D7E9D426-14D6-4B08-94DF-3C8515E998D5}" destId="{57E26FF7-44D0-4323-A583-FA5023914281}" srcOrd="0" destOrd="0" presId="urn:microsoft.com/office/officeart/2005/8/layout/chevron2"/>
    <dgm:cxn modelId="{D322930D-A09A-4F05-B2BE-A427A190AC75}" type="presParOf" srcId="{D7E9D426-14D6-4B08-94DF-3C8515E998D5}" destId="{C843FD55-6180-46A7-B468-C77B7583387D}" srcOrd="1" destOrd="0" presId="urn:microsoft.com/office/officeart/2005/8/layout/chevron2"/>
    <dgm:cxn modelId="{AC8C3F7E-684B-4D1F-8EB6-E2D68B416A00}" type="presParOf" srcId="{BF95CD6E-F1AE-4F4D-98DB-C64DACDBE7C0}" destId="{411396C3-2B34-469C-B2D5-583F909A6D14}" srcOrd="1" destOrd="0" presId="urn:microsoft.com/office/officeart/2005/8/layout/chevron2"/>
    <dgm:cxn modelId="{8FB18A36-8EC9-4550-9213-05E8E596D1C7}" type="presParOf" srcId="{BF95CD6E-F1AE-4F4D-98DB-C64DACDBE7C0}" destId="{E892D5BD-DF02-4CD3-B5B0-6C68CAC52B53}" srcOrd="2" destOrd="0" presId="urn:microsoft.com/office/officeart/2005/8/layout/chevron2"/>
    <dgm:cxn modelId="{0F85901B-B8CD-4903-BE19-B042559ADB5C}" type="presParOf" srcId="{E892D5BD-DF02-4CD3-B5B0-6C68CAC52B53}" destId="{00CA3B39-674E-47ED-AB3B-40E69ACF07F4}" srcOrd="0" destOrd="0" presId="urn:microsoft.com/office/officeart/2005/8/layout/chevron2"/>
    <dgm:cxn modelId="{73E20177-0625-47DC-BC37-6B55C087C097}" type="presParOf" srcId="{E892D5BD-DF02-4CD3-B5B0-6C68CAC52B53}" destId="{B33F745C-312E-4883-BC0E-D40167F7122E}" srcOrd="1" destOrd="0" presId="urn:microsoft.com/office/officeart/2005/8/layout/chevron2"/>
    <dgm:cxn modelId="{72BF3673-B25E-4973-B3B7-817D4FAE77DB}" type="presParOf" srcId="{BF95CD6E-F1AE-4F4D-98DB-C64DACDBE7C0}" destId="{30A89255-1687-401A-AAF3-98B6F9567292}" srcOrd="3" destOrd="0" presId="urn:microsoft.com/office/officeart/2005/8/layout/chevron2"/>
    <dgm:cxn modelId="{127838AF-2465-4A0E-BD42-9DE039341EFA}" type="presParOf" srcId="{BF95CD6E-F1AE-4F4D-98DB-C64DACDBE7C0}" destId="{FDDC9ABE-ACA4-4FBE-9134-5F581A4B8E1B}" srcOrd="4" destOrd="0" presId="urn:microsoft.com/office/officeart/2005/8/layout/chevron2"/>
    <dgm:cxn modelId="{47080FEB-89A0-451D-A771-D4A1E101D98D}" type="presParOf" srcId="{FDDC9ABE-ACA4-4FBE-9134-5F581A4B8E1B}" destId="{B0B31635-58BA-4211-81CF-698353CB526E}" srcOrd="0" destOrd="0" presId="urn:microsoft.com/office/officeart/2005/8/layout/chevron2"/>
    <dgm:cxn modelId="{687456E6-A718-47F7-9F4F-4FD42DC45899}" type="presParOf" srcId="{FDDC9ABE-ACA4-4FBE-9134-5F581A4B8E1B}" destId="{EA4E70C7-3BDC-4C9E-9C79-000CC1E39813}" srcOrd="1" destOrd="0" presId="urn:microsoft.com/office/officeart/2005/8/layout/chevron2"/>
    <dgm:cxn modelId="{74962EBA-DAD6-4B49-B976-D6CDEE3C8D6F}" type="presParOf" srcId="{BF95CD6E-F1AE-4F4D-98DB-C64DACDBE7C0}" destId="{82013385-2D2F-4F60-8CF0-AF2B77123112}" srcOrd="5" destOrd="0" presId="urn:microsoft.com/office/officeart/2005/8/layout/chevron2"/>
    <dgm:cxn modelId="{A761D0E5-A98C-40C7-91EE-E70E70EBFBA5}" type="presParOf" srcId="{BF95CD6E-F1AE-4F4D-98DB-C64DACDBE7C0}" destId="{51D5D5BE-83FD-4F34-A773-F2D2086D8E52}" srcOrd="6" destOrd="0" presId="urn:microsoft.com/office/officeart/2005/8/layout/chevron2"/>
    <dgm:cxn modelId="{7CCDCF00-7E18-4137-9269-09770DBA1EE4}" type="presParOf" srcId="{51D5D5BE-83FD-4F34-A773-F2D2086D8E52}" destId="{077BB974-7745-4B7E-864C-B83E89F52A96}" srcOrd="0" destOrd="0" presId="urn:microsoft.com/office/officeart/2005/8/layout/chevron2"/>
    <dgm:cxn modelId="{5C8069F2-0C5D-4488-83E8-C62646360B66}" type="presParOf" srcId="{51D5D5BE-83FD-4F34-A773-F2D2086D8E52}" destId="{17DED27B-B9C0-4630-B532-CF934C49B1A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A5249D-6112-4329-8F3F-0F9585F4B467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5D1C4013-5269-40D5-B82D-8000A4994FC2}">
      <dgm:prSet phldrT="[Texto]"/>
      <dgm:spPr/>
      <dgm:t>
        <a:bodyPr/>
        <a:lstStyle/>
        <a:p>
          <a:r>
            <a:rPr lang="es-ES" dirty="0"/>
            <a:t> </a:t>
          </a:r>
          <a:endParaRPr lang="es-PE" dirty="0"/>
        </a:p>
      </dgm:t>
    </dgm:pt>
    <dgm:pt modelId="{72EE5F2A-2E5C-475A-B77B-4FE16A2A7E7A}" type="parTrans" cxnId="{8C8759FF-4F70-4CB1-A6FB-8A26D40ED141}">
      <dgm:prSet/>
      <dgm:spPr/>
      <dgm:t>
        <a:bodyPr/>
        <a:lstStyle/>
        <a:p>
          <a:endParaRPr lang="es-PE"/>
        </a:p>
      </dgm:t>
    </dgm:pt>
    <dgm:pt modelId="{B586F358-8BE5-4F67-A8C3-6A5D47C01BFA}" type="sibTrans" cxnId="{8C8759FF-4F70-4CB1-A6FB-8A26D40ED141}">
      <dgm:prSet/>
      <dgm:spPr/>
      <dgm:t>
        <a:bodyPr/>
        <a:lstStyle/>
        <a:p>
          <a:endParaRPr lang="es-PE"/>
        </a:p>
      </dgm:t>
    </dgm:pt>
    <dgm:pt modelId="{9E60C403-972F-4118-964A-71D5B25FC1BD}">
      <dgm:prSet phldrT="[Texto]"/>
      <dgm:spPr/>
      <dgm:t>
        <a:bodyPr/>
        <a:lstStyle/>
        <a:p>
          <a:r>
            <a:rPr lang="es-ES" dirty="0">
              <a:latin typeface="+mj-lt"/>
            </a:rPr>
            <a:t>Anotar todas las ideas en papel</a:t>
          </a:r>
          <a:endParaRPr lang="es-PE" dirty="0">
            <a:latin typeface="+mj-lt"/>
          </a:endParaRPr>
        </a:p>
      </dgm:t>
    </dgm:pt>
    <dgm:pt modelId="{99771BD4-9BB0-4B5A-858E-46B58684FCCC}" type="parTrans" cxnId="{C48C6AC2-A357-41CE-85A3-2D79E43C4F6F}">
      <dgm:prSet/>
      <dgm:spPr/>
      <dgm:t>
        <a:bodyPr/>
        <a:lstStyle/>
        <a:p>
          <a:endParaRPr lang="es-PE"/>
        </a:p>
      </dgm:t>
    </dgm:pt>
    <dgm:pt modelId="{983397A8-5D05-47EC-8EC3-30DF54A0EA5E}" type="sibTrans" cxnId="{C48C6AC2-A357-41CE-85A3-2D79E43C4F6F}">
      <dgm:prSet/>
      <dgm:spPr/>
      <dgm:t>
        <a:bodyPr/>
        <a:lstStyle/>
        <a:p>
          <a:endParaRPr lang="es-PE"/>
        </a:p>
      </dgm:t>
    </dgm:pt>
    <dgm:pt modelId="{19A91CC2-5394-4275-A2FE-2B58B0AA39E8}">
      <dgm:prSet phldrT="[Texto]"/>
      <dgm:spPr/>
      <dgm:t>
        <a:bodyPr/>
        <a:lstStyle/>
        <a:p>
          <a:r>
            <a:rPr lang="es-ES" dirty="0"/>
            <a:t> </a:t>
          </a:r>
          <a:endParaRPr lang="es-PE" dirty="0"/>
        </a:p>
      </dgm:t>
    </dgm:pt>
    <dgm:pt modelId="{243CAEF3-6D62-4E65-9D52-CDF254C37A53}" type="parTrans" cxnId="{896087AD-FAD6-43C9-A946-B6A35F243A18}">
      <dgm:prSet/>
      <dgm:spPr/>
      <dgm:t>
        <a:bodyPr/>
        <a:lstStyle/>
        <a:p>
          <a:endParaRPr lang="es-PE"/>
        </a:p>
      </dgm:t>
    </dgm:pt>
    <dgm:pt modelId="{F8C40283-92F0-4F0B-A728-402C07973698}" type="sibTrans" cxnId="{896087AD-FAD6-43C9-A946-B6A35F243A18}">
      <dgm:prSet/>
      <dgm:spPr/>
      <dgm:t>
        <a:bodyPr/>
        <a:lstStyle/>
        <a:p>
          <a:endParaRPr lang="es-PE"/>
        </a:p>
      </dgm:t>
    </dgm:pt>
    <dgm:pt modelId="{061825AB-C4FD-40B3-8289-5D1E8FD611D8}">
      <dgm:prSet phldrT="[Texto]"/>
      <dgm:spPr/>
      <dgm:t>
        <a:bodyPr/>
        <a:lstStyle/>
        <a:p>
          <a:r>
            <a:rPr lang="es-ES" dirty="0">
              <a:latin typeface="+mj-lt"/>
            </a:rPr>
            <a:t>Identificar el contexto: objeto a estudiar, variables y relaciones entre variables</a:t>
          </a:r>
          <a:endParaRPr lang="es-PE" dirty="0">
            <a:latin typeface="+mj-lt"/>
          </a:endParaRPr>
        </a:p>
      </dgm:t>
    </dgm:pt>
    <dgm:pt modelId="{67876545-E6D7-45B6-B749-CBBF450CC7AF}" type="parTrans" cxnId="{0287600D-09FF-4546-A7FB-D39800E62BD2}">
      <dgm:prSet/>
      <dgm:spPr/>
      <dgm:t>
        <a:bodyPr/>
        <a:lstStyle/>
        <a:p>
          <a:endParaRPr lang="es-PE"/>
        </a:p>
      </dgm:t>
    </dgm:pt>
    <dgm:pt modelId="{C9D8240F-DE0F-4EE9-8877-943B951851BD}" type="sibTrans" cxnId="{0287600D-09FF-4546-A7FB-D39800E62BD2}">
      <dgm:prSet/>
      <dgm:spPr/>
      <dgm:t>
        <a:bodyPr/>
        <a:lstStyle/>
        <a:p>
          <a:endParaRPr lang="es-PE"/>
        </a:p>
      </dgm:t>
    </dgm:pt>
    <dgm:pt modelId="{515E8CCF-B141-4276-89E8-C4E1185EB19E}">
      <dgm:prSet phldrT="[Texto]"/>
      <dgm:spPr/>
      <dgm:t>
        <a:bodyPr/>
        <a:lstStyle/>
        <a:p>
          <a:r>
            <a:rPr lang="es-ES" dirty="0"/>
            <a:t> </a:t>
          </a:r>
          <a:endParaRPr lang="es-PE" dirty="0"/>
        </a:p>
      </dgm:t>
    </dgm:pt>
    <dgm:pt modelId="{60EC99D3-8099-40E6-8154-CE4B2650E3D2}" type="parTrans" cxnId="{3BD2C88D-036F-4C59-8C07-FC5E37FAF8F4}">
      <dgm:prSet/>
      <dgm:spPr/>
      <dgm:t>
        <a:bodyPr/>
        <a:lstStyle/>
        <a:p>
          <a:endParaRPr lang="es-PE"/>
        </a:p>
      </dgm:t>
    </dgm:pt>
    <dgm:pt modelId="{03EFE600-4415-4F6C-9D5C-D7E81ABE6E8A}" type="sibTrans" cxnId="{3BD2C88D-036F-4C59-8C07-FC5E37FAF8F4}">
      <dgm:prSet/>
      <dgm:spPr/>
      <dgm:t>
        <a:bodyPr/>
        <a:lstStyle/>
        <a:p>
          <a:endParaRPr lang="es-PE"/>
        </a:p>
      </dgm:t>
    </dgm:pt>
    <dgm:pt modelId="{3D145F85-634A-449B-99D3-6A016B069C30}">
      <dgm:prSet phldrT="[Texto]"/>
      <dgm:spPr/>
      <dgm:t>
        <a:bodyPr/>
        <a:lstStyle/>
        <a:p>
          <a:r>
            <a:rPr lang="es-ES" dirty="0">
              <a:latin typeface="+mj-lt"/>
            </a:rPr>
            <a:t>Indagar sobre las variables</a:t>
          </a:r>
          <a:endParaRPr lang="es-PE" dirty="0">
            <a:latin typeface="+mj-lt"/>
          </a:endParaRPr>
        </a:p>
      </dgm:t>
    </dgm:pt>
    <dgm:pt modelId="{7F0C4645-1F00-4A57-BBEF-BC9C62328B68}" type="parTrans" cxnId="{28F89652-076E-460F-BB83-EA4DC3DCDE04}">
      <dgm:prSet/>
      <dgm:spPr/>
      <dgm:t>
        <a:bodyPr/>
        <a:lstStyle/>
        <a:p>
          <a:endParaRPr lang="es-PE"/>
        </a:p>
      </dgm:t>
    </dgm:pt>
    <dgm:pt modelId="{C72BA445-EF01-4097-BFA6-28CBC5E088D8}" type="sibTrans" cxnId="{28F89652-076E-460F-BB83-EA4DC3DCDE04}">
      <dgm:prSet/>
      <dgm:spPr/>
      <dgm:t>
        <a:bodyPr/>
        <a:lstStyle/>
        <a:p>
          <a:endParaRPr lang="es-PE"/>
        </a:p>
      </dgm:t>
    </dgm:pt>
    <dgm:pt modelId="{5C28A4F6-3126-4155-B44C-E0BEB0698197}">
      <dgm:prSet/>
      <dgm:spPr/>
      <dgm:t>
        <a:bodyPr/>
        <a:lstStyle/>
        <a:p>
          <a:endParaRPr lang="es-PE"/>
        </a:p>
      </dgm:t>
    </dgm:pt>
    <dgm:pt modelId="{29B3C8BF-C89E-4C3E-B589-9B9F02B4DFCD}" type="parTrans" cxnId="{9789408E-87BF-4EF4-9D69-76B651A79705}">
      <dgm:prSet/>
      <dgm:spPr/>
      <dgm:t>
        <a:bodyPr/>
        <a:lstStyle/>
        <a:p>
          <a:endParaRPr lang="es-PE"/>
        </a:p>
      </dgm:t>
    </dgm:pt>
    <dgm:pt modelId="{335A6E8D-41CE-4F11-9839-E955CDD9E0B1}" type="sibTrans" cxnId="{9789408E-87BF-4EF4-9D69-76B651A79705}">
      <dgm:prSet/>
      <dgm:spPr/>
      <dgm:t>
        <a:bodyPr/>
        <a:lstStyle/>
        <a:p>
          <a:endParaRPr lang="es-PE"/>
        </a:p>
      </dgm:t>
    </dgm:pt>
    <dgm:pt modelId="{82583E77-13E7-49EF-900A-9CF60CEE8313}">
      <dgm:prSet/>
      <dgm:spPr/>
      <dgm:t>
        <a:bodyPr/>
        <a:lstStyle/>
        <a:p>
          <a:r>
            <a:rPr lang="es-ES" dirty="0">
              <a:latin typeface="+mj-lt"/>
            </a:rPr>
            <a:t>Buscar bibliografía sobre cada concepto</a:t>
          </a:r>
          <a:endParaRPr lang="es-PE" dirty="0">
            <a:latin typeface="+mj-lt"/>
          </a:endParaRPr>
        </a:p>
      </dgm:t>
    </dgm:pt>
    <dgm:pt modelId="{EC267374-4DB2-427A-AE52-E4C925F9B6E4}" type="parTrans" cxnId="{543777B3-52E4-4936-96FB-5F9446716777}">
      <dgm:prSet/>
      <dgm:spPr/>
      <dgm:t>
        <a:bodyPr/>
        <a:lstStyle/>
        <a:p>
          <a:endParaRPr lang="es-PE"/>
        </a:p>
      </dgm:t>
    </dgm:pt>
    <dgm:pt modelId="{BEF09350-997A-4FDC-BE45-7FC6DCC2CC3C}" type="sibTrans" cxnId="{543777B3-52E4-4936-96FB-5F9446716777}">
      <dgm:prSet/>
      <dgm:spPr/>
      <dgm:t>
        <a:bodyPr/>
        <a:lstStyle/>
        <a:p>
          <a:endParaRPr lang="es-PE"/>
        </a:p>
      </dgm:t>
    </dgm:pt>
    <dgm:pt modelId="{BF95CD6E-F1AE-4F4D-98DB-C64DACDBE7C0}" type="pres">
      <dgm:prSet presAssocID="{23A5249D-6112-4329-8F3F-0F9585F4B467}" presName="linearFlow" presStyleCnt="0">
        <dgm:presLayoutVars>
          <dgm:dir/>
          <dgm:animLvl val="lvl"/>
          <dgm:resizeHandles val="exact"/>
        </dgm:presLayoutVars>
      </dgm:prSet>
      <dgm:spPr/>
    </dgm:pt>
    <dgm:pt modelId="{D7E9D426-14D6-4B08-94DF-3C8515E998D5}" type="pres">
      <dgm:prSet presAssocID="{5D1C4013-5269-40D5-B82D-8000A4994FC2}" presName="composite" presStyleCnt="0"/>
      <dgm:spPr/>
    </dgm:pt>
    <dgm:pt modelId="{57E26FF7-44D0-4323-A583-FA5023914281}" type="pres">
      <dgm:prSet presAssocID="{5D1C4013-5269-40D5-B82D-8000A4994FC2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843FD55-6180-46A7-B468-C77B7583387D}" type="pres">
      <dgm:prSet presAssocID="{5D1C4013-5269-40D5-B82D-8000A4994FC2}" presName="descendantText" presStyleLbl="alignAcc1" presStyleIdx="0" presStyleCnt="4">
        <dgm:presLayoutVars>
          <dgm:bulletEnabled val="1"/>
        </dgm:presLayoutVars>
      </dgm:prSet>
      <dgm:spPr/>
    </dgm:pt>
    <dgm:pt modelId="{411396C3-2B34-469C-B2D5-583F909A6D14}" type="pres">
      <dgm:prSet presAssocID="{B586F358-8BE5-4F67-A8C3-6A5D47C01BFA}" presName="sp" presStyleCnt="0"/>
      <dgm:spPr/>
    </dgm:pt>
    <dgm:pt modelId="{E892D5BD-DF02-4CD3-B5B0-6C68CAC52B53}" type="pres">
      <dgm:prSet presAssocID="{19A91CC2-5394-4275-A2FE-2B58B0AA39E8}" presName="composite" presStyleCnt="0"/>
      <dgm:spPr/>
    </dgm:pt>
    <dgm:pt modelId="{00CA3B39-674E-47ED-AB3B-40E69ACF07F4}" type="pres">
      <dgm:prSet presAssocID="{19A91CC2-5394-4275-A2FE-2B58B0AA39E8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B33F745C-312E-4883-BC0E-D40167F7122E}" type="pres">
      <dgm:prSet presAssocID="{19A91CC2-5394-4275-A2FE-2B58B0AA39E8}" presName="descendantText" presStyleLbl="alignAcc1" presStyleIdx="1" presStyleCnt="4">
        <dgm:presLayoutVars>
          <dgm:bulletEnabled val="1"/>
        </dgm:presLayoutVars>
      </dgm:prSet>
      <dgm:spPr/>
    </dgm:pt>
    <dgm:pt modelId="{30A89255-1687-401A-AAF3-98B6F9567292}" type="pres">
      <dgm:prSet presAssocID="{F8C40283-92F0-4F0B-A728-402C07973698}" presName="sp" presStyleCnt="0"/>
      <dgm:spPr/>
    </dgm:pt>
    <dgm:pt modelId="{FDDC9ABE-ACA4-4FBE-9134-5F581A4B8E1B}" type="pres">
      <dgm:prSet presAssocID="{515E8CCF-B141-4276-89E8-C4E1185EB19E}" presName="composite" presStyleCnt="0"/>
      <dgm:spPr/>
    </dgm:pt>
    <dgm:pt modelId="{B0B31635-58BA-4211-81CF-698353CB526E}" type="pres">
      <dgm:prSet presAssocID="{515E8CCF-B141-4276-89E8-C4E1185EB19E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A4E70C7-3BDC-4C9E-9C79-000CC1E39813}" type="pres">
      <dgm:prSet presAssocID="{515E8CCF-B141-4276-89E8-C4E1185EB19E}" presName="descendantText" presStyleLbl="alignAcc1" presStyleIdx="2" presStyleCnt="4">
        <dgm:presLayoutVars>
          <dgm:bulletEnabled val="1"/>
        </dgm:presLayoutVars>
      </dgm:prSet>
      <dgm:spPr/>
    </dgm:pt>
    <dgm:pt modelId="{82013385-2D2F-4F60-8CF0-AF2B77123112}" type="pres">
      <dgm:prSet presAssocID="{03EFE600-4415-4F6C-9D5C-D7E81ABE6E8A}" presName="sp" presStyleCnt="0"/>
      <dgm:spPr/>
    </dgm:pt>
    <dgm:pt modelId="{51D5D5BE-83FD-4F34-A773-F2D2086D8E52}" type="pres">
      <dgm:prSet presAssocID="{5C28A4F6-3126-4155-B44C-E0BEB0698197}" presName="composite" presStyleCnt="0"/>
      <dgm:spPr/>
    </dgm:pt>
    <dgm:pt modelId="{077BB974-7745-4B7E-864C-B83E89F52A96}" type="pres">
      <dgm:prSet presAssocID="{5C28A4F6-3126-4155-B44C-E0BEB069819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17DED27B-B9C0-4630-B532-CF934C49B1A7}" type="pres">
      <dgm:prSet presAssocID="{5C28A4F6-3126-4155-B44C-E0BEB069819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287600D-09FF-4546-A7FB-D39800E62BD2}" srcId="{19A91CC2-5394-4275-A2FE-2B58B0AA39E8}" destId="{061825AB-C4FD-40B3-8289-5D1E8FD611D8}" srcOrd="0" destOrd="0" parTransId="{67876545-E6D7-45B6-B749-CBBF450CC7AF}" sibTransId="{C9D8240F-DE0F-4EE9-8877-943B951851BD}"/>
    <dgm:cxn modelId="{3CF1AE10-26D4-4DD5-9589-8C28260B850D}" type="presOf" srcId="{9E60C403-972F-4118-964A-71D5B25FC1BD}" destId="{C843FD55-6180-46A7-B468-C77B7583387D}" srcOrd="0" destOrd="0" presId="urn:microsoft.com/office/officeart/2005/8/layout/chevron2"/>
    <dgm:cxn modelId="{51999342-2C08-4277-B6C5-1E2704BF2C5E}" type="presOf" srcId="{515E8CCF-B141-4276-89E8-C4E1185EB19E}" destId="{B0B31635-58BA-4211-81CF-698353CB526E}" srcOrd="0" destOrd="0" presId="urn:microsoft.com/office/officeart/2005/8/layout/chevron2"/>
    <dgm:cxn modelId="{5F972472-1BA6-489B-97AF-6F54F7DC2DDE}" type="presOf" srcId="{19A91CC2-5394-4275-A2FE-2B58B0AA39E8}" destId="{00CA3B39-674E-47ED-AB3B-40E69ACF07F4}" srcOrd="0" destOrd="0" presId="urn:microsoft.com/office/officeart/2005/8/layout/chevron2"/>
    <dgm:cxn modelId="{28F89652-076E-460F-BB83-EA4DC3DCDE04}" srcId="{515E8CCF-B141-4276-89E8-C4E1185EB19E}" destId="{3D145F85-634A-449B-99D3-6A016B069C30}" srcOrd="0" destOrd="0" parTransId="{7F0C4645-1F00-4A57-BBEF-BC9C62328B68}" sibTransId="{C72BA445-EF01-4097-BFA6-28CBC5E088D8}"/>
    <dgm:cxn modelId="{35E6F673-4942-4CDA-86A4-1A5B5F5702D6}" type="presOf" srcId="{5C28A4F6-3126-4155-B44C-E0BEB0698197}" destId="{077BB974-7745-4B7E-864C-B83E89F52A96}" srcOrd="0" destOrd="0" presId="urn:microsoft.com/office/officeart/2005/8/layout/chevron2"/>
    <dgm:cxn modelId="{EA60F67F-8335-486C-93DA-1E5AE4FFF439}" type="presOf" srcId="{82583E77-13E7-49EF-900A-9CF60CEE8313}" destId="{17DED27B-B9C0-4630-B532-CF934C49B1A7}" srcOrd="0" destOrd="0" presId="urn:microsoft.com/office/officeart/2005/8/layout/chevron2"/>
    <dgm:cxn modelId="{3BD2C88D-036F-4C59-8C07-FC5E37FAF8F4}" srcId="{23A5249D-6112-4329-8F3F-0F9585F4B467}" destId="{515E8CCF-B141-4276-89E8-C4E1185EB19E}" srcOrd="2" destOrd="0" parTransId="{60EC99D3-8099-40E6-8154-CE4B2650E3D2}" sibTransId="{03EFE600-4415-4F6C-9D5C-D7E81ABE6E8A}"/>
    <dgm:cxn modelId="{9789408E-87BF-4EF4-9D69-76B651A79705}" srcId="{23A5249D-6112-4329-8F3F-0F9585F4B467}" destId="{5C28A4F6-3126-4155-B44C-E0BEB0698197}" srcOrd="3" destOrd="0" parTransId="{29B3C8BF-C89E-4C3E-B589-9B9F02B4DFCD}" sibTransId="{335A6E8D-41CE-4F11-9839-E955CDD9E0B1}"/>
    <dgm:cxn modelId="{0AE9B5A7-C36E-4FE1-9D3E-4DA4D1B9E611}" type="presOf" srcId="{23A5249D-6112-4329-8F3F-0F9585F4B467}" destId="{BF95CD6E-F1AE-4F4D-98DB-C64DACDBE7C0}" srcOrd="0" destOrd="0" presId="urn:microsoft.com/office/officeart/2005/8/layout/chevron2"/>
    <dgm:cxn modelId="{896087AD-FAD6-43C9-A946-B6A35F243A18}" srcId="{23A5249D-6112-4329-8F3F-0F9585F4B467}" destId="{19A91CC2-5394-4275-A2FE-2B58B0AA39E8}" srcOrd="1" destOrd="0" parTransId="{243CAEF3-6D62-4E65-9D52-CDF254C37A53}" sibTransId="{F8C40283-92F0-4F0B-A728-402C07973698}"/>
    <dgm:cxn modelId="{543777B3-52E4-4936-96FB-5F9446716777}" srcId="{5C28A4F6-3126-4155-B44C-E0BEB0698197}" destId="{82583E77-13E7-49EF-900A-9CF60CEE8313}" srcOrd="0" destOrd="0" parTransId="{EC267374-4DB2-427A-AE52-E4C925F9B6E4}" sibTransId="{BEF09350-997A-4FDC-BE45-7FC6DCC2CC3C}"/>
    <dgm:cxn modelId="{C48C6AC2-A357-41CE-85A3-2D79E43C4F6F}" srcId="{5D1C4013-5269-40D5-B82D-8000A4994FC2}" destId="{9E60C403-972F-4118-964A-71D5B25FC1BD}" srcOrd="0" destOrd="0" parTransId="{99771BD4-9BB0-4B5A-858E-46B58684FCCC}" sibTransId="{983397A8-5D05-47EC-8EC3-30DF54A0EA5E}"/>
    <dgm:cxn modelId="{A4ABC1DB-1DE1-45BD-A74E-EAE26E26B56B}" type="presOf" srcId="{5D1C4013-5269-40D5-B82D-8000A4994FC2}" destId="{57E26FF7-44D0-4323-A583-FA5023914281}" srcOrd="0" destOrd="0" presId="urn:microsoft.com/office/officeart/2005/8/layout/chevron2"/>
    <dgm:cxn modelId="{295475DD-9AAA-4EC0-9443-5CFA16C6A19F}" type="presOf" srcId="{061825AB-C4FD-40B3-8289-5D1E8FD611D8}" destId="{B33F745C-312E-4883-BC0E-D40167F7122E}" srcOrd="0" destOrd="0" presId="urn:microsoft.com/office/officeart/2005/8/layout/chevron2"/>
    <dgm:cxn modelId="{B63408EC-698A-462F-BA17-548ED31CB01D}" type="presOf" srcId="{3D145F85-634A-449B-99D3-6A016B069C30}" destId="{EA4E70C7-3BDC-4C9E-9C79-000CC1E39813}" srcOrd="0" destOrd="0" presId="urn:microsoft.com/office/officeart/2005/8/layout/chevron2"/>
    <dgm:cxn modelId="{8C8759FF-4F70-4CB1-A6FB-8A26D40ED141}" srcId="{23A5249D-6112-4329-8F3F-0F9585F4B467}" destId="{5D1C4013-5269-40D5-B82D-8000A4994FC2}" srcOrd="0" destOrd="0" parTransId="{72EE5F2A-2E5C-475A-B77B-4FE16A2A7E7A}" sibTransId="{B586F358-8BE5-4F67-A8C3-6A5D47C01BFA}"/>
    <dgm:cxn modelId="{1742C8A8-2206-4B99-9808-950149F6D20E}" type="presParOf" srcId="{BF95CD6E-F1AE-4F4D-98DB-C64DACDBE7C0}" destId="{D7E9D426-14D6-4B08-94DF-3C8515E998D5}" srcOrd="0" destOrd="0" presId="urn:microsoft.com/office/officeart/2005/8/layout/chevron2"/>
    <dgm:cxn modelId="{142BBA4A-C92F-49FC-899C-693D331C3A6E}" type="presParOf" srcId="{D7E9D426-14D6-4B08-94DF-3C8515E998D5}" destId="{57E26FF7-44D0-4323-A583-FA5023914281}" srcOrd="0" destOrd="0" presId="urn:microsoft.com/office/officeart/2005/8/layout/chevron2"/>
    <dgm:cxn modelId="{D322930D-A09A-4F05-B2BE-A427A190AC75}" type="presParOf" srcId="{D7E9D426-14D6-4B08-94DF-3C8515E998D5}" destId="{C843FD55-6180-46A7-B468-C77B7583387D}" srcOrd="1" destOrd="0" presId="urn:microsoft.com/office/officeart/2005/8/layout/chevron2"/>
    <dgm:cxn modelId="{AC8C3F7E-684B-4D1F-8EB6-E2D68B416A00}" type="presParOf" srcId="{BF95CD6E-F1AE-4F4D-98DB-C64DACDBE7C0}" destId="{411396C3-2B34-469C-B2D5-583F909A6D14}" srcOrd="1" destOrd="0" presId="urn:microsoft.com/office/officeart/2005/8/layout/chevron2"/>
    <dgm:cxn modelId="{8FB18A36-8EC9-4550-9213-05E8E596D1C7}" type="presParOf" srcId="{BF95CD6E-F1AE-4F4D-98DB-C64DACDBE7C0}" destId="{E892D5BD-DF02-4CD3-B5B0-6C68CAC52B53}" srcOrd="2" destOrd="0" presId="urn:microsoft.com/office/officeart/2005/8/layout/chevron2"/>
    <dgm:cxn modelId="{0F85901B-B8CD-4903-BE19-B042559ADB5C}" type="presParOf" srcId="{E892D5BD-DF02-4CD3-B5B0-6C68CAC52B53}" destId="{00CA3B39-674E-47ED-AB3B-40E69ACF07F4}" srcOrd="0" destOrd="0" presId="urn:microsoft.com/office/officeart/2005/8/layout/chevron2"/>
    <dgm:cxn modelId="{73E20177-0625-47DC-BC37-6B55C087C097}" type="presParOf" srcId="{E892D5BD-DF02-4CD3-B5B0-6C68CAC52B53}" destId="{B33F745C-312E-4883-BC0E-D40167F7122E}" srcOrd="1" destOrd="0" presId="urn:microsoft.com/office/officeart/2005/8/layout/chevron2"/>
    <dgm:cxn modelId="{72BF3673-B25E-4973-B3B7-817D4FAE77DB}" type="presParOf" srcId="{BF95CD6E-F1AE-4F4D-98DB-C64DACDBE7C0}" destId="{30A89255-1687-401A-AAF3-98B6F9567292}" srcOrd="3" destOrd="0" presId="urn:microsoft.com/office/officeart/2005/8/layout/chevron2"/>
    <dgm:cxn modelId="{127838AF-2465-4A0E-BD42-9DE039341EFA}" type="presParOf" srcId="{BF95CD6E-F1AE-4F4D-98DB-C64DACDBE7C0}" destId="{FDDC9ABE-ACA4-4FBE-9134-5F581A4B8E1B}" srcOrd="4" destOrd="0" presId="urn:microsoft.com/office/officeart/2005/8/layout/chevron2"/>
    <dgm:cxn modelId="{47080FEB-89A0-451D-A771-D4A1E101D98D}" type="presParOf" srcId="{FDDC9ABE-ACA4-4FBE-9134-5F581A4B8E1B}" destId="{B0B31635-58BA-4211-81CF-698353CB526E}" srcOrd="0" destOrd="0" presId="urn:microsoft.com/office/officeart/2005/8/layout/chevron2"/>
    <dgm:cxn modelId="{687456E6-A718-47F7-9F4F-4FD42DC45899}" type="presParOf" srcId="{FDDC9ABE-ACA4-4FBE-9134-5F581A4B8E1B}" destId="{EA4E70C7-3BDC-4C9E-9C79-000CC1E39813}" srcOrd="1" destOrd="0" presId="urn:microsoft.com/office/officeart/2005/8/layout/chevron2"/>
    <dgm:cxn modelId="{74962EBA-DAD6-4B49-B976-D6CDEE3C8D6F}" type="presParOf" srcId="{BF95CD6E-F1AE-4F4D-98DB-C64DACDBE7C0}" destId="{82013385-2D2F-4F60-8CF0-AF2B77123112}" srcOrd="5" destOrd="0" presId="urn:microsoft.com/office/officeart/2005/8/layout/chevron2"/>
    <dgm:cxn modelId="{A761D0E5-A98C-40C7-91EE-E70E70EBFBA5}" type="presParOf" srcId="{BF95CD6E-F1AE-4F4D-98DB-C64DACDBE7C0}" destId="{51D5D5BE-83FD-4F34-A773-F2D2086D8E52}" srcOrd="6" destOrd="0" presId="urn:microsoft.com/office/officeart/2005/8/layout/chevron2"/>
    <dgm:cxn modelId="{7CCDCF00-7E18-4137-9269-09770DBA1EE4}" type="presParOf" srcId="{51D5D5BE-83FD-4F34-A773-F2D2086D8E52}" destId="{077BB974-7745-4B7E-864C-B83E89F52A96}" srcOrd="0" destOrd="0" presId="urn:microsoft.com/office/officeart/2005/8/layout/chevron2"/>
    <dgm:cxn modelId="{5C8069F2-0C5D-4488-83E8-C62646360B66}" type="presParOf" srcId="{51D5D5BE-83FD-4F34-A773-F2D2086D8E52}" destId="{17DED27B-B9C0-4630-B532-CF934C49B1A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26FF7-44D0-4323-A583-FA5023914281}">
      <dsp:nvSpPr>
        <dsp:cNvPr id="0" name=""/>
        <dsp:cNvSpPr/>
      </dsp:nvSpPr>
      <dsp:spPr>
        <a:xfrm rot="5400000">
          <a:off x="-163724" y="165231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 </a:t>
          </a:r>
          <a:endParaRPr lang="es-PE" sz="2100" kern="1200" dirty="0"/>
        </a:p>
      </dsp:txBody>
      <dsp:txXfrm rot="-5400000">
        <a:off x="1" y="383530"/>
        <a:ext cx="764045" cy="327448"/>
      </dsp:txXfrm>
    </dsp:sp>
    <dsp:sp modelId="{C843FD55-6180-46A7-B468-C77B7583387D}">
      <dsp:nvSpPr>
        <dsp:cNvPr id="0" name=""/>
        <dsp:cNvSpPr/>
      </dsp:nvSpPr>
      <dsp:spPr>
        <a:xfrm rot="5400000">
          <a:off x="3059472" y="-2293919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Anotar todas las ideas en papel</a:t>
          </a:r>
          <a:endParaRPr lang="es-PE" sz="2100" kern="1200" dirty="0">
            <a:latin typeface="+mj-lt"/>
          </a:endParaRPr>
        </a:p>
      </dsp:txBody>
      <dsp:txXfrm rot="-5400000">
        <a:off x="764046" y="36140"/>
        <a:ext cx="5265691" cy="640204"/>
      </dsp:txXfrm>
    </dsp:sp>
    <dsp:sp modelId="{00CA3B39-674E-47ED-AB3B-40E69ACF07F4}">
      <dsp:nvSpPr>
        <dsp:cNvPr id="0" name=""/>
        <dsp:cNvSpPr/>
      </dsp:nvSpPr>
      <dsp:spPr>
        <a:xfrm rot="5400000">
          <a:off x="-163724" y="1107634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 </a:t>
          </a:r>
          <a:endParaRPr lang="es-PE" sz="2100" kern="1200" dirty="0"/>
        </a:p>
      </dsp:txBody>
      <dsp:txXfrm rot="-5400000">
        <a:off x="1" y="1325933"/>
        <a:ext cx="764045" cy="327448"/>
      </dsp:txXfrm>
    </dsp:sp>
    <dsp:sp modelId="{B33F745C-312E-4883-BC0E-D40167F7122E}">
      <dsp:nvSpPr>
        <dsp:cNvPr id="0" name=""/>
        <dsp:cNvSpPr/>
      </dsp:nvSpPr>
      <dsp:spPr>
        <a:xfrm rot="5400000">
          <a:off x="3059472" y="-1351516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Identificar el contexto: objeto a estudiar, variables y relaciones entre variables</a:t>
          </a:r>
          <a:endParaRPr lang="es-PE" sz="2100" kern="1200" dirty="0">
            <a:latin typeface="+mj-lt"/>
          </a:endParaRPr>
        </a:p>
      </dsp:txBody>
      <dsp:txXfrm rot="-5400000">
        <a:off x="764046" y="978543"/>
        <a:ext cx="5265691" cy="640204"/>
      </dsp:txXfrm>
    </dsp:sp>
    <dsp:sp modelId="{B0B31635-58BA-4211-81CF-698353CB526E}">
      <dsp:nvSpPr>
        <dsp:cNvPr id="0" name=""/>
        <dsp:cNvSpPr/>
      </dsp:nvSpPr>
      <dsp:spPr>
        <a:xfrm rot="5400000">
          <a:off x="-163724" y="2050037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 </a:t>
          </a:r>
          <a:endParaRPr lang="es-PE" sz="2100" kern="1200" dirty="0"/>
        </a:p>
      </dsp:txBody>
      <dsp:txXfrm rot="-5400000">
        <a:off x="1" y="2268336"/>
        <a:ext cx="764045" cy="327448"/>
      </dsp:txXfrm>
    </dsp:sp>
    <dsp:sp modelId="{EA4E70C7-3BDC-4C9E-9C79-000CC1E39813}">
      <dsp:nvSpPr>
        <dsp:cNvPr id="0" name=""/>
        <dsp:cNvSpPr/>
      </dsp:nvSpPr>
      <dsp:spPr>
        <a:xfrm rot="5400000">
          <a:off x="3059472" y="-409113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Indagar sobre las variables</a:t>
          </a:r>
          <a:endParaRPr lang="es-PE" sz="2100" kern="1200" dirty="0">
            <a:latin typeface="+mj-lt"/>
          </a:endParaRPr>
        </a:p>
      </dsp:txBody>
      <dsp:txXfrm rot="-5400000">
        <a:off x="764046" y="1920946"/>
        <a:ext cx="5265691" cy="640204"/>
      </dsp:txXfrm>
    </dsp:sp>
    <dsp:sp modelId="{077BB974-7745-4B7E-864C-B83E89F52A96}">
      <dsp:nvSpPr>
        <dsp:cNvPr id="0" name=""/>
        <dsp:cNvSpPr/>
      </dsp:nvSpPr>
      <dsp:spPr>
        <a:xfrm rot="5400000">
          <a:off x="-163724" y="2992440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100" kern="1200"/>
        </a:p>
      </dsp:txBody>
      <dsp:txXfrm rot="-5400000">
        <a:off x="1" y="3210739"/>
        <a:ext cx="764045" cy="327448"/>
      </dsp:txXfrm>
    </dsp:sp>
    <dsp:sp modelId="{17DED27B-B9C0-4630-B532-CF934C49B1A7}">
      <dsp:nvSpPr>
        <dsp:cNvPr id="0" name=""/>
        <dsp:cNvSpPr/>
      </dsp:nvSpPr>
      <dsp:spPr>
        <a:xfrm rot="5400000">
          <a:off x="3059472" y="533290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Buscar bibliografía sobre cada concepto</a:t>
          </a:r>
          <a:endParaRPr lang="es-PE" sz="2100" kern="1200" dirty="0">
            <a:latin typeface="+mj-lt"/>
          </a:endParaRPr>
        </a:p>
      </dsp:txBody>
      <dsp:txXfrm rot="-5400000">
        <a:off x="764046" y="2863350"/>
        <a:ext cx="5265691" cy="6402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26FF7-44D0-4323-A583-FA5023914281}">
      <dsp:nvSpPr>
        <dsp:cNvPr id="0" name=""/>
        <dsp:cNvSpPr/>
      </dsp:nvSpPr>
      <dsp:spPr>
        <a:xfrm rot="5400000">
          <a:off x="-163724" y="165231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 </a:t>
          </a:r>
          <a:endParaRPr lang="es-PE" sz="2100" kern="1200" dirty="0"/>
        </a:p>
      </dsp:txBody>
      <dsp:txXfrm rot="-5400000">
        <a:off x="1" y="383530"/>
        <a:ext cx="764045" cy="327448"/>
      </dsp:txXfrm>
    </dsp:sp>
    <dsp:sp modelId="{C843FD55-6180-46A7-B468-C77B7583387D}">
      <dsp:nvSpPr>
        <dsp:cNvPr id="0" name=""/>
        <dsp:cNvSpPr/>
      </dsp:nvSpPr>
      <dsp:spPr>
        <a:xfrm rot="5400000">
          <a:off x="3059472" y="-2293919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Anotar todas las ideas en papel</a:t>
          </a:r>
          <a:endParaRPr lang="es-PE" sz="2100" kern="1200" dirty="0">
            <a:latin typeface="+mj-lt"/>
          </a:endParaRPr>
        </a:p>
      </dsp:txBody>
      <dsp:txXfrm rot="-5400000">
        <a:off x="764046" y="36140"/>
        <a:ext cx="5265691" cy="640204"/>
      </dsp:txXfrm>
    </dsp:sp>
    <dsp:sp modelId="{00CA3B39-674E-47ED-AB3B-40E69ACF07F4}">
      <dsp:nvSpPr>
        <dsp:cNvPr id="0" name=""/>
        <dsp:cNvSpPr/>
      </dsp:nvSpPr>
      <dsp:spPr>
        <a:xfrm rot="5400000">
          <a:off x="-163724" y="1107634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 </a:t>
          </a:r>
          <a:endParaRPr lang="es-PE" sz="2100" kern="1200" dirty="0"/>
        </a:p>
      </dsp:txBody>
      <dsp:txXfrm rot="-5400000">
        <a:off x="1" y="1325933"/>
        <a:ext cx="764045" cy="327448"/>
      </dsp:txXfrm>
    </dsp:sp>
    <dsp:sp modelId="{B33F745C-312E-4883-BC0E-D40167F7122E}">
      <dsp:nvSpPr>
        <dsp:cNvPr id="0" name=""/>
        <dsp:cNvSpPr/>
      </dsp:nvSpPr>
      <dsp:spPr>
        <a:xfrm rot="5400000">
          <a:off x="3059472" y="-1351516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Identificar el contexto: objeto a estudiar, variables y relaciones entre variables</a:t>
          </a:r>
          <a:endParaRPr lang="es-PE" sz="2100" kern="1200" dirty="0">
            <a:latin typeface="+mj-lt"/>
          </a:endParaRPr>
        </a:p>
      </dsp:txBody>
      <dsp:txXfrm rot="-5400000">
        <a:off x="764046" y="978543"/>
        <a:ext cx="5265691" cy="640204"/>
      </dsp:txXfrm>
    </dsp:sp>
    <dsp:sp modelId="{B0B31635-58BA-4211-81CF-698353CB526E}">
      <dsp:nvSpPr>
        <dsp:cNvPr id="0" name=""/>
        <dsp:cNvSpPr/>
      </dsp:nvSpPr>
      <dsp:spPr>
        <a:xfrm rot="5400000">
          <a:off x="-163724" y="2050037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 </a:t>
          </a:r>
          <a:endParaRPr lang="es-PE" sz="2100" kern="1200" dirty="0"/>
        </a:p>
      </dsp:txBody>
      <dsp:txXfrm rot="-5400000">
        <a:off x="1" y="2268336"/>
        <a:ext cx="764045" cy="327448"/>
      </dsp:txXfrm>
    </dsp:sp>
    <dsp:sp modelId="{EA4E70C7-3BDC-4C9E-9C79-000CC1E39813}">
      <dsp:nvSpPr>
        <dsp:cNvPr id="0" name=""/>
        <dsp:cNvSpPr/>
      </dsp:nvSpPr>
      <dsp:spPr>
        <a:xfrm rot="5400000">
          <a:off x="3059472" y="-409113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Indagar sobre las variables</a:t>
          </a:r>
          <a:endParaRPr lang="es-PE" sz="2100" kern="1200" dirty="0">
            <a:latin typeface="+mj-lt"/>
          </a:endParaRPr>
        </a:p>
      </dsp:txBody>
      <dsp:txXfrm rot="-5400000">
        <a:off x="764046" y="1920946"/>
        <a:ext cx="5265691" cy="640204"/>
      </dsp:txXfrm>
    </dsp:sp>
    <dsp:sp modelId="{077BB974-7745-4B7E-864C-B83E89F52A96}">
      <dsp:nvSpPr>
        <dsp:cNvPr id="0" name=""/>
        <dsp:cNvSpPr/>
      </dsp:nvSpPr>
      <dsp:spPr>
        <a:xfrm rot="5400000">
          <a:off x="-163724" y="2992440"/>
          <a:ext cx="1091493" cy="76404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100" kern="1200"/>
        </a:p>
      </dsp:txBody>
      <dsp:txXfrm rot="-5400000">
        <a:off x="1" y="3210739"/>
        <a:ext cx="764045" cy="327448"/>
      </dsp:txXfrm>
    </dsp:sp>
    <dsp:sp modelId="{17DED27B-B9C0-4630-B532-CF934C49B1A7}">
      <dsp:nvSpPr>
        <dsp:cNvPr id="0" name=""/>
        <dsp:cNvSpPr/>
      </dsp:nvSpPr>
      <dsp:spPr>
        <a:xfrm rot="5400000">
          <a:off x="3059472" y="533290"/>
          <a:ext cx="709470" cy="530032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>
              <a:latin typeface="+mj-lt"/>
            </a:rPr>
            <a:t>Buscar bibliografía sobre cada concepto</a:t>
          </a:r>
          <a:endParaRPr lang="es-PE" sz="2100" kern="1200" dirty="0">
            <a:latin typeface="+mj-lt"/>
          </a:endParaRPr>
        </a:p>
      </dsp:txBody>
      <dsp:txXfrm rot="-5400000">
        <a:off x="764046" y="2863350"/>
        <a:ext cx="5265691" cy="640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243ECE0-57E3-4297-9DFF-F480886F7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E3570F-7EE3-4A16-A8A0-C780150998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15077-3FE1-4DE7-883B-02B158824881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C151B3-4F38-47F7-97E1-2B726DD8FA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96057B-C19C-49AD-A8B8-A7A32C0D27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1DA77-3B46-497F-8A41-D527C6C6FA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0127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B6E21-6FB2-479D-9FFF-521F88150C55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4469F-8E23-44D0-8ADD-9C31AE25FD3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2454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4469F-8E23-44D0-8ADD-9C31AE25FD3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0942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4469F-8E23-44D0-8ADD-9C31AE25FD3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5355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4469F-8E23-44D0-8ADD-9C31AE25FD3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6099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4469F-8E23-44D0-8ADD-9C31AE25FD3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742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A23BE77-3760-4895-94D4-8B80F7EAA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6235804F-6D91-47B5-A4DC-851B8F7E9812}"/>
              </a:ext>
            </a:extLst>
          </p:cNvPr>
          <p:cNvSpPr/>
          <p:nvPr userDrawn="1"/>
        </p:nvSpPr>
        <p:spPr>
          <a:xfrm rot="5400000">
            <a:off x="2538808" y="-2538809"/>
            <a:ext cx="6865233" cy="11942848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51F6D">
                  <a:alpha val="0"/>
                </a:srgbClr>
              </a:gs>
              <a:gs pos="100000">
                <a:srgbClr val="002663">
                  <a:alpha val="70000"/>
                </a:srgbClr>
              </a:gs>
            </a:gsLst>
            <a:lin ang="5400000" scaled="1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7">
            <a:extLst>
              <a:ext uri="{FF2B5EF4-FFF2-40B4-BE49-F238E27FC236}">
                <a16:creationId xmlns:a16="http://schemas.microsoft.com/office/drawing/2014/main" id="{771CD0F2-8514-4B1B-9AE6-1B77FA19FD37}"/>
              </a:ext>
            </a:extLst>
          </p:cNvPr>
          <p:cNvSpPr/>
          <p:nvPr userDrawn="1"/>
        </p:nvSpPr>
        <p:spPr>
          <a:xfrm>
            <a:off x="1264370" y="1844673"/>
            <a:ext cx="2639971" cy="4193269"/>
          </a:xfrm>
          <a:custGeom>
            <a:avLst/>
            <a:gdLst/>
            <a:ahLst/>
            <a:cxnLst/>
            <a:rect l="l" t="t" r="r" b="b"/>
            <a:pathLst>
              <a:path w="3550919" h="9302115">
                <a:moveTo>
                  <a:pt x="3550687" y="9301695"/>
                </a:moveTo>
                <a:lnTo>
                  <a:pt x="0" y="9301695"/>
                </a:lnTo>
                <a:lnTo>
                  <a:pt x="0" y="0"/>
                </a:lnTo>
                <a:lnTo>
                  <a:pt x="3550687" y="0"/>
                </a:lnTo>
                <a:lnTo>
                  <a:pt x="3550687" y="9301695"/>
                </a:lnTo>
                <a:close/>
              </a:path>
            </a:pathLst>
          </a:custGeom>
          <a:solidFill>
            <a:srgbClr val="151F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8A79E89-B9F7-4807-BD80-64000FBC3B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362" y="667657"/>
            <a:ext cx="2643374" cy="203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6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125539E4-6667-470D-A431-ED8653BAF59A}"/>
              </a:ext>
            </a:extLst>
          </p:cNvPr>
          <p:cNvSpPr/>
          <p:nvPr userDrawn="1"/>
        </p:nvSpPr>
        <p:spPr>
          <a:xfrm>
            <a:off x="1" y="0"/>
            <a:ext cx="12192000" cy="6850608"/>
          </a:xfrm>
          <a:prstGeom prst="rect">
            <a:avLst/>
          </a:prstGeom>
          <a:blipFill>
            <a:blip r:embed="rId2" cstate="print"/>
            <a:stretch>
              <a:fillRect l="-8940" t="-11535" r="-10353" b="-762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C316EDA-E748-44E1-B2C0-9DE576A4A87B}"/>
              </a:ext>
            </a:extLst>
          </p:cNvPr>
          <p:cNvSpPr/>
          <p:nvPr userDrawn="1"/>
        </p:nvSpPr>
        <p:spPr>
          <a:xfrm rot="16200000">
            <a:off x="2787960" y="-2538809"/>
            <a:ext cx="6865233" cy="11942848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8000">
                <a:srgbClr val="151F6D">
                  <a:alpha val="0"/>
                </a:srgbClr>
              </a:gs>
              <a:gs pos="100000">
                <a:srgbClr val="002663">
                  <a:alpha val="48000"/>
                </a:srgbClr>
              </a:gs>
            </a:gsLst>
            <a:lin ang="5400000" scaled="1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7">
            <a:extLst>
              <a:ext uri="{FF2B5EF4-FFF2-40B4-BE49-F238E27FC236}">
                <a16:creationId xmlns:a16="http://schemas.microsoft.com/office/drawing/2014/main" id="{EB9F10C0-38BE-4A6D-B527-71EBE8C5AFF3}"/>
              </a:ext>
            </a:extLst>
          </p:cNvPr>
          <p:cNvSpPr/>
          <p:nvPr userDrawn="1"/>
        </p:nvSpPr>
        <p:spPr>
          <a:xfrm>
            <a:off x="9290772" y="3165473"/>
            <a:ext cx="2153353" cy="3106423"/>
          </a:xfrm>
          <a:custGeom>
            <a:avLst/>
            <a:gdLst/>
            <a:ahLst/>
            <a:cxnLst/>
            <a:rect l="l" t="t" r="r" b="b"/>
            <a:pathLst>
              <a:path w="3550919" h="9302115">
                <a:moveTo>
                  <a:pt x="3550687" y="9301695"/>
                </a:moveTo>
                <a:lnTo>
                  <a:pt x="0" y="9301695"/>
                </a:lnTo>
                <a:lnTo>
                  <a:pt x="0" y="0"/>
                </a:lnTo>
                <a:lnTo>
                  <a:pt x="3550687" y="0"/>
                </a:lnTo>
                <a:lnTo>
                  <a:pt x="3550687" y="9301695"/>
                </a:lnTo>
                <a:close/>
              </a:path>
            </a:pathLst>
          </a:custGeom>
          <a:solidFill>
            <a:srgbClr val="B2B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Gráfico 46">
            <a:extLst>
              <a:ext uri="{FF2B5EF4-FFF2-40B4-BE49-F238E27FC236}">
                <a16:creationId xmlns:a16="http://schemas.microsoft.com/office/drawing/2014/main" id="{6563FC62-5E85-4682-A3CA-31D30A179C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0764" y="2220518"/>
            <a:ext cx="2153361" cy="1657623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0F82B654-0A7A-4860-B8AF-C8558895683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" y="3248426"/>
            <a:ext cx="4438996" cy="360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9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525A4606-2897-4965-A58D-2AA16286A6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168ED5F-B0D3-4900-8B45-46483F1087B4}"/>
              </a:ext>
            </a:extLst>
          </p:cNvPr>
          <p:cNvSpPr txBox="1"/>
          <p:nvPr userDrawn="1"/>
        </p:nvSpPr>
        <p:spPr>
          <a:xfrm>
            <a:off x="317500" y="63500"/>
            <a:ext cx="2156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b="1" dirty="0">
                <a:solidFill>
                  <a:schemeClr val="bg1"/>
                </a:solidFill>
              </a:rPr>
              <a:t>1. </a:t>
            </a:r>
            <a:r>
              <a:rPr lang="es-PE" sz="2000" b="1" dirty="0">
                <a:solidFill>
                  <a:schemeClr val="bg1"/>
                </a:solidFill>
              </a:rPr>
              <a:t>Utility (Utilidad)</a:t>
            </a:r>
          </a:p>
        </p:txBody>
      </p:sp>
    </p:spTree>
    <p:extLst>
      <p:ext uri="{BB962C8B-B14F-4D97-AF65-F5344CB8AC3E}">
        <p14:creationId xmlns:p14="http://schemas.microsoft.com/office/powerpoint/2010/main" val="201564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A57A6F1-B688-4F60-894F-0EACDA3D79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2DB9642-6516-45D4-99FB-DC7198CC6657}"/>
              </a:ext>
            </a:extLst>
          </p:cNvPr>
          <p:cNvSpPr txBox="1"/>
          <p:nvPr userDrawn="1"/>
        </p:nvSpPr>
        <p:spPr>
          <a:xfrm>
            <a:off x="317500" y="63500"/>
            <a:ext cx="37905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</a:rPr>
              <a:t>2. Skills and Knowledge (Saberes) </a:t>
            </a:r>
          </a:p>
        </p:txBody>
      </p:sp>
    </p:spTree>
    <p:extLst>
      <p:ext uri="{BB962C8B-B14F-4D97-AF65-F5344CB8AC3E}">
        <p14:creationId xmlns:p14="http://schemas.microsoft.com/office/powerpoint/2010/main" val="311307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ADCF7B8-2DEB-4B88-88DC-1F7605B62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72AD6DD-6F92-42FD-AB73-06C4AE66F226}"/>
              </a:ext>
            </a:extLst>
          </p:cNvPr>
          <p:cNvSpPr txBox="1"/>
          <p:nvPr userDrawn="1"/>
        </p:nvSpPr>
        <p:spPr>
          <a:xfrm>
            <a:off x="317500" y="63500"/>
            <a:ext cx="3039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</a:rPr>
              <a:t>3. Innovation (</a:t>
            </a:r>
            <a:r>
              <a:rPr lang="en-US" sz="2000" b="1" dirty="0" err="1">
                <a:solidFill>
                  <a:schemeClr val="bg1"/>
                </a:solidFill>
              </a:rPr>
              <a:t>Innovación</a:t>
            </a:r>
            <a:r>
              <a:rPr lang="en-US" sz="2000" b="1" dirty="0">
                <a:solidFill>
                  <a:schemeClr val="bg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07324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5E5C868-66DE-4561-B677-2159397D3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72AD6DD-6F92-42FD-AB73-06C4AE66F226}"/>
              </a:ext>
            </a:extLst>
          </p:cNvPr>
          <p:cNvSpPr txBox="1"/>
          <p:nvPr userDrawn="1"/>
        </p:nvSpPr>
        <p:spPr>
          <a:xfrm>
            <a:off x="317500" y="63500"/>
            <a:ext cx="319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</a:rPr>
              <a:t>4. Accomplishment (</a:t>
            </a:r>
            <a:r>
              <a:rPr lang="en-US" sz="2000" b="1" dirty="0" err="1">
                <a:solidFill>
                  <a:schemeClr val="bg1"/>
                </a:solidFill>
              </a:rPr>
              <a:t>Logros</a:t>
            </a:r>
            <a:r>
              <a:rPr lang="en-US" sz="2000" b="1" dirty="0">
                <a:solidFill>
                  <a:schemeClr val="bg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1786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5E5C868-66DE-4561-B677-2159397D3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72AD6DD-6F92-42FD-AB73-06C4AE66F226}"/>
              </a:ext>
            </a:extLst>
          </p:cNvPr>
          <p:cNvSpPr txBox="1"/>
          <p:nvPr userDrawn="1"/>
        </p:nvSpPr>
        <p:spPr>
          <a:xfrm>
            <a:off x="317500" y="63500"/>
            <a:ext cx="4910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</a:rPr>
              <a:t>BIENVENIDOS A USIL LEARNING EXPERIENCE</a:t>
            </a:r>
          </a:p>
        </p:txBody>
      </p:sp>
      <p:sp>
        <p:nvSpPr>
          <p:cNvPr id="5" name="Título 22">
            <a:extLst>
              <a:ext uri="{FF2B5EF4-FFF2-40B4-BE49-F238E27FC236}">
                <a16:creationId xmlns:a16="http://schemas.microsoft.com/office/drawing/2014/main" id="{2B8B021D-EF74-44C1-89DB-4EEA43BF877E}"/>
              </a:ext>
            </a:extLst>
          </p:cNvPr>
          <p:cNvSpPr txBox="1">
            <a:spLocks/>
          </p:cNvSpPr>
          <p:nvPr userDrawn="1"/>
        </p:nvSpPr>
        <p:spPr>
          <a:xfrm>
            <a:off x="4753436" y="1106845"/>
            <a:ext cx="258352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151F6D"/>
                </a:solidFill>
              </a:rPr>
              <a:t>MOMENTOS</a:t>
            </a:r>
          </a:p>
        </p:txBody>
      </p:sp>
    </p:spTree>
    <p:extLst>
      <p:ext uri="{BB962C8B-B14F-4D97-AF65-F5344CB8AC3E}">
        <p14:creationId xmlns:p14="http://schemas.microsoft.com/office/powerpoint/2010/main" val="197372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5E5C868-66DE-4561-B677-2159397D3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72AD6DD-6F92-42FD-AB73-06C4AE66F226}"/>
              </a:ext>
            </a:extLst>
          </p:cNvPr>
          <p:cNvSpPr txBox="1"/>
          <p:nvPr userDrawn="1"/>
        </p:nvSpPr>
        <p:spPr>
          <a:xfrm>
            <a:off x="317500" y="63500"/>
            <a:ext cx="167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</a:rPr>
              <a:t>4. </a:t>
            </a:r>
            <a:r>
              <a:rPr lang="en-US" sz="2000" b="1" dirty="0" err="1">
                <a:solidFill>
                  <a:schemeClr val="bg1"/>
                </a:solidFill>
              </a:rPr>
              <a:t>Referencias</a:t>
            </a:r>
            <a:br>
              <a:rPr lang="en-US" sz="2000" b="1" dirty="0">
                <a:solidFill>
                  <a:schemeClr val="bg1"/>
                </a:solidFill>
              </a:rPr>
            </a:b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5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5E5C868-66DE-4561-B677-2159397D3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6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014588E-04DA-4F0B-9D84-77FF5400D7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E3CBFFA1-BE44-4737-BE30-12B2799190BD}"/>
              </a:ext>
            </a:extLst>
          </p:cNvPr>
          <p:cNvSpPr/>
          <p:nvPr userDrawn="1"/>
        </p:nvSpPr>
        <p:spPr>
          <a:xfrm rot="5400000">
            <a:off x="2538808" y="-2538809"/>
            <a:ext cx="6865233" cy="11942848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51F6D">
                  <a:alpha val="0"/>
                </a:srgbClr>
              </a:gs>
              <a:gs pos="100000">
                <a:srgbClr val="002663">
                  <a:alpha val="70000"/>
                </a:srgbClr>
              </a:gs>
            </a:gsLst>
            <a:lin ang="5400000" scaled="1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7">
            <a:extLst>
              <a:ext uri="{FF2B5EF4-FFF2-40B4-BE49-F238E27FC236}">
                <a16:creationId xmlns:a16="http://schemas.microsoft.com/office/drawing/2014/main" id="{D7400346-9E1B-4015-99A0-61552965F852}"/>
              </a:ext>
            </a:extLst>
          </p:cNvPr>
          <p:cNvSpPr/>
          <p:nvPr userDrawn="1"/>
        </p:nvSpPr>
        <p:spPr>
          <a:xfrm>
            <a:off x="1003114" y="2095736"/>
            <a:ext cx="2262601" cy="3593863"/>
          </a:xfrm>
          <a:custGeom>
            <a:avLst/>
            <a:gdLst/>
            <a:ahLst/>
            <a:cxnLst/>
            <a:rect l="l" t="t" r="r" b="b"/>
            <a:pathLst>
              <a:path w="3550919" h="9302115">
                <a:moveTo>
                  <a:pt x="3550687" y="9301695"/>
                </a:moveTo>
                <a:lnTo>
                  <a:pt x="0" y="9301695"/>
                </a:lnTo>
                <a:lnTo>
                  <a:pt x="0" y="0"/>
                </a:lnTo>
                <a:lnTo>
                  <a:pt x="3550687" y="0"/>
                </a:lnTo>
                <a:lnTo>
                  <a:pt x="3550687" y="9301695"/>
                </a:lnTo>
                <a:close/>
              </a:path>
            </a:pathLst>
          </a:custGeom>
          <a:solidFill>
            <a:srgbClr val="B2B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C44D070-775A-48DB-8083-35C62F2BAA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114" y="1074058"/>
            <a:ext cx="2262601" cy="17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0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67599-695E-4FED-91DC-6A0C31EB6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5B591F-D0E4-4191-9363-D0564FD0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8A9292-7628-4B26-86C9-64830AAFC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CBECE9-79A4-47FE-B0DA-7BEEA6684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7850EC-3A3D-4B1C-BF78-8184318DA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1233F2-67F9-4474-A933-26FE0026E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90EC65-B89C-4BFA-9147-10064E8F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23FC89-FB4D-45A9-99D4-7BCC8C00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47834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545EE-59BE-4C74-A74D-45A6FCB6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19DBAF-666B-401B-A84B-F0DB64D7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050EED-81B6-45BF-8D59-C9374DB3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EB98C7-08B6-4F67-8727-8ADC4105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2498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17D10F-52F9-4561-85BA-645DD7D5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13EB5FB-C87A-4A07-883C-E9856B04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47FEC2-0AA9-455F-9158-CE7F131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3294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C748F-B9D2-44E8-9F7A-DDE4DD47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7D435B-8A62-4C20-8C18-86CDFE0F4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C7B370-C22B-4439-9498-BC8C6A5FC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A4A46A-697C-47D6-B906-104E3B97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C51711-8412-4B3D-AB75-568C2388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6522F5-00D0-4ABB-BC0D-134DD4D8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8998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8D01F-9CB0-4938-9EE6-8BF6D7D0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E3E6F4-0C71-4F4C-BC33-E9D68E135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CBE4E6-F020-4973-9BE4-565A2AE3D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A2F5CF-3769-4B0E-8A55-4F7BDDCA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986E08-C3E8-4562-8A22-736B0CDF9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3ADDF9-2F7A-4F63-844F-9B8B29AA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8237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13736-7F77-40C9-96C7-EEA83666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35420D-7F13-4EDF-812F-B36CAA1C4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ADBC33-1688-4B07-AAFF-1F206C78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2B93D6-9B7F-44AE-98DC-58ED1C59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AC2031-BE90-4521-8755-322E7724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3179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DECD4C-254B-405C-9127-4FD6ACF2A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BA590D-081B-477E-9C40-76B5578E4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D95CA2-58DD-4121-9C39-3ABD6D5F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001090-C071-4922-A40D-B0618C01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85007F-643F-4760-B099-5511554B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0680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38EA89-47D5-4025-9FDA-CCF4AFAE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25854E-6EEB-49D6-8701-2B6AB4CDD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4A98C-6E4F-47A6-89FD-01CDEC052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01AB6-7D44-4EFB-93D0-631580B60FB0}" type="datetimeFigureOut">
              <a:rPr lang="es-PE" smtClean="0"/>
              <a:t>21/03/2024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2000B9-2621-482B-B6A2-5D9F1687B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FB8747-08BF-4154-8CD8-321C989C5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849C2-AC0B-48BE-A998-62EF225EBC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298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76" r:id="rId4"/>
    <p:sldLayoutId id="2147483675" r:id="rId5"/>
    <p:sldLayoutId id="2147483677" r:id="rId6"/>
    <p:sldLayoutId id="2147483678" r:id="rId7"/>
    <p:sldLayoutId id="2147483680" r:id="rId8"/>
    <p:sldLayoutId id="2147483679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es.khanacademy.org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0104428-F193-4679-B32F-0F9367E9D3D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39536" y="4419600"/>
            <a:ext cx="2402794" cy="1357086"/>
          </a:xfrm>
        </p:spPr>
        <p:txBody>
          <a:bodyPr>
            <a:normAutofit/>
          </a:bodyPr>
          <a:lstStyle/>
          <a:p>
            <a:r>
              <a:rPr lang="es-PE" sz="2000" dirty="0">
                <a:solidFill>
                  <a:schemeClr val="bg1"/>
                </a:solidFill>
              </a:rPr>
              <a:t>Introducción al curso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2FF7383-66B3-4B6B-8D1E-6143CAE17B3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10875" y="6121741"/>
            <a:ext cx="4580325" cy="467746"/>
          </a:xfrm>
        </p:spPr>
        <p:txBody>
          <a:bodyPr>
            <a:normAutofit/>
          </a:bodyPr>
          <a:lstStyle/>
          <a:p>
            <a:r>
              <a:rPr lang="es-ES" sz="1800" b="1" dirty="0">
                <a:solidFill>
                  <a:schemeClr val="bg1"/>
                </a:solidFill>
              </a:rPr>
              <a:t>Sesión 1: </a:t>
            </a:r>
            <a:r>
              <a:rPr lang="es-PE" sz="1800" dirty="0">
                <a:solidFill>
                  <a:schemeClr val="bg1"/>
                </a:solidFill>
              </a:rPr>
              <a:t>Introducción al curso</a:t>
            </a:r>
            <a:endParaRPr lang="es-PE" sz="1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ítulo 6">
            <a:extLst>
              <a:ext uri="{FF2B5EF4-FFF2-40B4-BE49-F238E27FC236}">
                <a16:creationId xmlns:a16="http://schemas.microsoft.com/office/drawing/2014/main" id="{225F65AB-844C-4481-99E3-B70BD04B9796}"/>
              </a:ext>
            </a:extLst>
          </p:cNvPr>
          <p:cNvSpPr txBox="1">
            <a:spLocks/>
          </p:cNvSpPr>
          <p:nvPr/>
        </p:nvSpPr>
        <p:spPr>
          <a:xfrm>
            <a:off x="1423833" y="2879016"/>
            <a:ext cx="2567200" cy="1771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151F6D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bg1"/>
                </a:solidFill>
                <a:latin typeface="+mj-lt"/>
              </a:rPr>
              <a:t>Seminario de tesis para Ingeniería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3E33D95-E718-49D2-AE86-51FD252D7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8667" y="2879016"/>
            <a:ext cx="4903333" cy="397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1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1474D1-9A79-4510-B2C9-538FAC73C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53" y="2190474"/>
            <a:ext cx="9115425" cy="424815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4EDC463-A9C6-45A9-B7C5-D7792E7E1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09600"/>
            <a:ext cx="3670300" cy="297622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3971C3F-12B4-4C14-BBCF-CA424EBD3889}"/>
              </a:ext>
            </a:extLst>
          </p:cNvPr>
          <p:cNvSpPr txBox="1"/>
          <p:nvPr/>
        </p:nvSpPr>
        <p:spPr>
          <a:xfrm>
            <a:off x="3186473" y="5166702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Utilidad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</a:t>
            </a:r>
            <a:r>
              <a:rPr lang="es-PE" sz="1600" dirty="0" err="1">
                <a:solidFill>
                  <a:schemeClr val="bg1"/>
                </a:solidFill>
              </a:rPr>
              <a:t>Utility</a:t>
            </a:r>
            <a:r>
              <a:rPr lang="es-PE" sz="16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7BB53B3-36B8-4702-A080-6CFBBBF6471E}"/>
              </a:ext>
            </a:extLst>
          </p:cNvPr>
          <p:cNvSpPr txBox="1"/>
          <p:nvPr/>
        </p:nvSpPr>
        <p:spPr>
          <a:xfrm>
            <a:off x="6362546" y="3906503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Innovación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(Innovation)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7023E71-971D-4DC4-802E-EE1E2FF76A9B}"/>
              </a:ext>
            </a:extLst>
          </p:cNvPr>
          <p:cNvSpPr txBox="1"/>
          <p:nvPr/>
        </p:nvSpPr>
        <p:spPr>
          <a:xfrm>
            <a:off x="4597400" y="3783393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Saberes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(Skills and knowledges)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DD8110-57F0-48F6-A68A-B982BCADFA15}"/>
              </a:ext>
            </a:extLst>
          </p:cNvPr>
          <p:cNvSpPr txBox="1"/>
          <p:nvPr/>
        </p:nvSpPr>
        <p:spPr>
          <a:xfrm>
            <a:off x="7589170" y="5044079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Logros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(Accomplishment )</a:t>
            </a:r>
          </a:p>
        </p:txBody>
      </p:sp>
    </p:spTree>
    <p:extLst>
      <p:ext uri="{BB962C8B-B14F-4D97-AF65-F5344CB8AC3E}">
        <p14:creationId xmlns:p14="http://schemas.microsoft.com/office/powerpoint/2010/main" val="382824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Imagen 241">
            <a:extLst>
              <a:ext uri="{FF2B5EF4-FFF2-40B4-BE49-F238E27FC236}">
                <a16:creationId xmlns:a16="http://schemas.microsoft.com/office/drawing/2014/main" id="{4926458A-34C2-46CC-94A5-9E09088D6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6361" cy="6858000"/>
          </a:xfrm>
          <a:prstGeom prst="rect">
            <a:avLst/>
          </a:prstGeom>
        </p:spPr>
      </p:pic>
      <p:grpSp>
        <p:nvGrpSpPr>
          <p:cNvPr id="200" name="Grupo 199">
            <a:extLst>
              <a:ext uri="{FF2B5EF4-FFF2-40B4-BE49-F238E27FC236}">
                <a16:creationId xmlns:a16="http://schemas.microsoft.com/office/drawing/2014/main" id="{BD9B4522-A3A6-4D65-82D0-203888D4BB36}"/>
              </a:ext>
            </a:extLst>
          </p:cNvPr>
          <p:cNvGrpSpPr/>
          <p:nvPr/>
        </p:nvGrpSpPr>
        <p:grpSpPr>
          <a:xfrm>
            <a:off x="225716" y="1653891"/>
            <a:ext cx="3607032" cy="3526813"/>
            <a:chOff x="549472" y="1531271"/>
            <a:chExt cx="5188783" cy="4755215"/>
          </a:xfrm>
        </p:grpSpPr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FF2B5990-1AD5-4D3E-B783-CBECADB1EE0A}"/>
                </a:ext>
              </a:extLst>
            </p:cNvPr>
            <p:cNvSpPr/>
            <p:nvPr/>
          </p:nvSpPr>
          <p:spPr>
            <a:xfrm>
              <a:off x="1806573" y="5877743"/>
              <a:ext cx="3226198" cy="391889"/>
            </a:xfrm>
            <a:custGeom>
              <a:avLst/>
              <a:gdLst/>
              <a:ahLst/>
              <a:cxnLst/>
              <a:rect l="l" t="t" r="r" b="b"/>
              <a:pathLst>
                <a:path w="4377690" h="555625">
                  <a:moveTo>
                    <a:pt x="566997" y="0"/>
                  </a:moveTo>
                  <a:lnTo>
                    <a:pt x="22772" y="226118"/>
                  </a:lnTo>
                  <a:lnTo>
                    <a:pt x="5841" y="240111"/>
                  </a:lnTo>
                  <a:lnTo>
                    <a:pt x="0" y="259760"/>
                  </a:lnTo>
                  <a:lnTo>
                    <a:pt x="5319" y="279556"/>
                  </a:lnTo>
                  <a:lnTo>
                    <a:pt x="21872" y="293991"/>
                  </a:lnTo>
                  <a:lnTo>
                    <a:pt x="550118" y="530109"/>
                  </a:lnTo>
                  <a:lnTo>
                    <a:pt x="4377561" y="554998"/>
                  </a:lnTo>
                  <a:lnTo>
                    <a:pt x="4377561" y="18858"/>
                  </a:lnTo>
                  <a:lnTo>
                    <a:pt x="566997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81F92B26-6004-4430-A4D9-03DF2ECE9F24}"/>
                </a:ext>
              </a:extLst>
            </p:cNvPr>
            <p:cNvSpPr/>
            <p:nvPr/>
          </p:nvSpPr>
          <p:spPr>
            <a:xfrm>
              <a:off x="1814345" y="5877743"/>
              <a:ext cx="465164" cy="372630"/>
            </a:xfrm>
            <a:custGeom>
              <a:avLst/>
              <a:gdLst/>
              <a:ahLst/>
              <a:cxnLst/>
              <a:rect l="l" t="t" r="r" b="b"/>
              <a:pathLst>
                <a:path w="631189" h="528320">
                  <a:moveTo>
                    <a:pt x="556447" y="0"/>
                  </a:moveTo>
                  <a:lnTo>
                    <a:pt x="27029" y="219961"/>
                  </a:lnTo>
                  <a:lnTo>
                    <a:pt x="6934" y="236571"/>
                  </a:lnTo>
                  <a:lnTo>
                    <a:pt x="0" y="259895"/>
                  </a:lnTo>
                  <a:lnTo>
                    <a:pt x="6316" y="283395"/>
                  </a:lnTo>
                  <a:lnTo>
                    <a:pt x="25971" y="300535"/>
                  </a:lnTo>
                  <a:lnTo>
                    <a:pt x="535045" y="528046"/>
                  </a:lnTo>
                  <a:lnTo>
                    <a:pt x="565866" y="508929"/>
                  </a:lnTo>
                  <a:lnTo>
                    <a:pt x="590750" y="482336"/>
                  </a:lnTo>
                  <a:lnTo>
                    <a:pt x="608244" y="450276"/>
                  </a:lnTo>
                  <a:lnTo>
                    <a:pt x="616896" y="414762"/>
                  </a:lnTo>
                  <a:lnTo>
                    <a:pt x="615632" y="378199"/>
                  </a:lnTo>
                  <a:lnTo>
                    <a:pt x="605010" y="343184"/>
                  </a:lnTo>
                  <a:lnTo>
                    <a:pt x="586046" y="311988"/>
                  </a:lnTo>
                  <a:lnTo>
                    <a:pt x="559756" y="286881"/>
                  </a:lnTo>
                  <a:lnTo>
                    <a:pt x="590449" y="267033"/>
                  </a:lnTo>
                  <a:lnTo>
                    <a:pt x="613760" y="238600"/>
                  </a:lnTo>
                  <a:lnTo>
                    <a:pt x="627914" y="204543"/>
                  </a:lnTo>
                  <a:lnTo>
                    <a:pt x="631136" y="167827"/>
                  </a:lnTo>
                  <a:lnTo>
                    <a:pt x="622368" y="132051"/>
                  </a:lnTo>
                  <a:lnTo>
                    <a:pt x="603204" y="100608"/>
                  </a:lnTo>
                  <a:lnTo>
                    <a:pt x="575846" y="76144"/>
                  </a:lnTo>
                  <a:lnTo>
                    <a:pt x="542500" y="61307"/>
                  </a:lnTo>
                  <a:lnTo>
                    <a:pt x="557045" y="50580"/>
                  </a:lnTo>
                  <a:lnTo>
                    <a:pt x="564143" y="35173"/>
                  </a:lnTo>
                  <a:lnTo>
                    <a:pt x="563907" y="17505"/>
                  </a:lnTo>
                  <a:lnTo>
                    <a:pt x="556447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" name="object 13">
              <a:extLst>
                <a:ext uri="{FF2B5EF4-FFF2-40B4-BE49-F238E27FC236}">
                  <a16:creationId xmlns:a16="http://schemas.microsoft.com/office/drawing/2014/main" id="{50876D93-2361-40A6-898A-9BBAFE865275}"/>
                </a:ext>
              </a:extLst>
            </p:cNvPr>
            <p:cNvSpPr/>
            <p:nvPr/>
          </p:nvSpPr>
          <p:spPr>
            <a:xfrm>
              <a:off x="1799055" y="5985578"/>
              <a:ext cx="207779" cy="151829"/>
            </a:xfrm>
            <a:custGeom>
              <a:avLst/>
              <a:gdLst/>
              <a:ahLst/>
              <a:cxnLst/>
              <a:rect l="l" t="t" r="r" b="b"/>
              <a:pathLst>
                <a:path w="281939" h="215265">
                  <a:moveTo>
                    <a:pt x="209217" y="0"/>
                  </a:moveTo>
                  <a:lnTo>
                    <a:pt x="18657" y="79180"/>
                  </a:lnTo>
                  <a:lnTo>
                    <a:pt x="4787" y="90640"/>
                  </a:lnTo>
                  <a:lnTo>
                    <a:pt x="0" y="106732"/>
                  </a:lnTo>
                  <a:lnTo>
                    <a:pt x="4355" y="122945"/>
                  </a:lnTo>
                  <a:lnTo>
                    <a:pt x="17914" y="134770"/>
                  </a:lnTo>
                  <a:lnTo>
                    <a:pt x="197720" y="215145"/>
                  </a:lnTo>
                  <a:lnTo>
                    <a:pt x="259855" y="175796"/>
                  </a:lnTo>
                  <a:lnTo>
                    <a:pt x="281764" y="140269"/>
                  </a:lnTo>
                  <a:lnTo>
                    <a:pt x="264526" y="88393"/>
                  </a:lnTo>
                  <a:lnTo>
                    <a:pt x="209217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D379DA43-4F90-45A3-B0E0-21F3FE29DA0A}"/>
                </a:ext>
              </a:extLst>
            </p:cNvPr>
            <p:cNvSpPr/>
            <p:nvPr/>
          </p:nvSpPr>
          <p:spPr>
            <a:xfrm>
              <a:off x="2208652" y="6080084"/>
              <a:ext cx="2824210" cy="189450"/>
            </a:xfrm>
            <a:custGeom>
              <a:avLst/>
              <a:gdLst/>
              <a:ahLst/>
              <a:cxnLst/>
              <a:rect l="l" t="t" r="r" b="b"/>
              <a:pathLst>
                <a:path w="3832225" h="268604">
                  <a:moveTo>
                    <a:pt x="24711" y="0"/>
                  </a:moveTo>
                  <a:lnTo>
                    <a:pt x="60406" y="37569"/>
                  </a:lnTo>
                  <a:lnTo>
                    <a:pt x="78369" y="78768"/>
                  </a:lnTo>
                  <a:lnTo>
                    <a:pt x="82343" y="104026"/>
                  </a:lnTo>
                  <a:lnTo>
                    <a:pt x="81348" y="131849"/>
                  </a:lnTo>
                  <a:lnTo>
                    <a:pt x="69051" y="172999"/>
                  </a:lnTo>
                  <a:lnTo>
                    <a:pt x="35567" y="220148"/>
                  </a:lnTo>
                  <a:lnTo>
                    <a:pt x="0" y="241165"/>
                  </a:lnTo>
                  <a:lnTo>
                    <a:pt x="4533" y="243228"/>
                  </a:lnTo>
                  <a:lnTo>
                    <a:pt x="3831977" y="268117"/>
                  </a:lnTo>
                  <a:lnTo>
                    <a:pt x="3831977" y="1183"/>
                  </a:lnTo>
                  <a:lnTo>
                    <a:pt x="24711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" name="object 15">
              <a:extLst>
                <a:ext uri="{FF2B5EF4-FFF2-40B4-BE49-F238E27FC236}">
                  <a16:creationId xmlns:a16="http://schemas.microsoft.com/office/drawing/2014/main" id="{BB426206-D223-49D1-952D-F45779E2D160}"/>
                </a:ext>
              </a:extLst>
            </p:cNvPr>
            <p:cNvSpPr/>
            <p:nvPr/>
          </p:nvSpPr>
          <p:spPr>
            <a:xfrm>
              <a:off x="2214151" y="5877745"/>
              <a:ext cx="2818594" cy="58671"/>
            </a:xfrm>
            <a:custGeom>
              <a:avLst/>
              <a:gdLst/>
              <a:ahLst/>
              <a:cxnLst/>
              <a:rect l="l" t="t" r="r" b="b"/>
              <a:pathLst>
                <a:path w="3824604" h="83184">
                  <a:moveTo>
                    <a:pt x="13947" y="0"/>
                  </a:moveTo>
                  <a:lnTo>
                    <a:pt x="26615" y="18482"/>
                  </a:lnTo>
                  <a:lnTo>
                    <a:pt x="30284" y="30534"/>
                  </a:lnTo>
                  <a:lnTo>
                    <a:pt x="24454" y="41457"/>
                  </a:lnTo>
                  <a:lnTo>
                    <a:pt x="8628" y="56553"/>
                  </a:lnTo>
                  <a:lnTo>
                    <a:pt x="6397" y="58563"/>
                  </a:lnTo>
                  <a:lnTo>
                    <a:pt x="3099" y="59621"/>
                  </a:lnTo>
                  <a:lnTo>
                    <a:pt x="0" y="61307"/>
                  </a:lnTo>
                  <a:lnTo>
                    <a:pt x="3824511" y="83128"/>
                  </a:lnTo>
                  <a:lnTo>
                    <a:pt x="3824511" y="18858"/>
                  </a:lnTo>
                  <a:lnTo>
                    <a:pt x="13947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" name="object 16">
              <a:extLst>
                <a:ext uri="{FF2B5EF4-FFF2-40B4-BE49-F238E27FC236}">
                  <a16:creationId xmlns:a16="http://schemas.microsoft.com/office/drawing/2014/main" id="{B6B1BDC1-BCF7-44DF-AD26-F00C6333F8D4}"/>
                </a:ext>
              </a:extLst>
            </p:cNvPr>
            <p:cNvSpPr/>
            <p:nvPr/>
          </p:nvSpPr>
          <p:spPr>
            <a:xfrm>
              <a:off x="2045446" y="6064726"/>
              <a:ext cx="137106" cy="13734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" name="object 17">
              <a:extLst>
                <a:ext uri="{FF2B5EF4-FFF2-40B4-BE49-F238E27FC236}">
                  <a16:creationId xmlns:a16="http://schemas.microsoft.com/office/drawing/2014/main" id="{0F64B5A3-13D1-4B02-A9E7-871609BDCC9B}"/>
                </a:ext>
              </a:extLst>
            </p:cNvPr>
            <p:cNvSpPr/>
            <p:nvPr/>
          </p:nvSpPr>
          <p:spPr>
            <a:xfrm>
              <a:off x="2036110" y="5956827"/>
              <a:ext cx="192336" cy="287534"/>
            </a:xfrm>
            <a:custGeom>
              <a:avLst/>
              <a:gdLst/>
              <a:ahLst/>
              <a:cxnLst/>
              <a:rect l="l" t="t" r="r" b="b"/>
              <a:pathLst>
                <a:path w="260985" h="407670">
                  <a:moveTo>
                    <a:pt x="429" y="0"/>
                  </a:moveTo>
                  <a:lnTo>
                    <a:pt x="21134" y="41075"/>
                  </a:lnTo>
                  <a:lnTo>
                    <a:pt x="59854" y="76022"/>
                  </a:lnTo>
                  <a:lnTo>
                    <a:pt x="96943" y="97736"/>
                  </a:lnTo>
                  <a:lnTo>
                    <a:pt x="140007" y="119142"/>
                  </a:lnTo>
                  <a:lnTo>
                    <a:pt x="162589" y="131341"/>
                  </a:lnTo>
                  <a:lnTo>
                    <a:pt x="205491" y="163387"/>
                  </a:lnTo>
                  <a:lnTo>
                    <a:pt x="237313" y="206513"/>
                  </a:lnTo>
                  <a:lnTo>
                    <a:pt x="254411" y="253636"/>
                  </a:lnTo>
                  <a:lnTo>
                    <a:pt x="257928" y="298938"/>
                  </a:lnTo>
                  <a:lnTo>
                    <a:pt x="255640" y="319502"/>
                  </a:lnTo>
                  <a:lnTo>
                    <a:pt x="239922" y="368771"/>
                  </a:lnTo>
                  <a:lnTo>
                    <a:pt x="218558" y="403034"/>
                  </a:lnTo>
                  <a:lnTo>
                    <a:pt x="216359" y="405872"/>
                  </a:lnTo>
                  <a:lnTo>
                    <a:pt x="215239" y="407401"/>
                  </a:lnTo>
                  <a:lnTo>
                    <a:pt x="220893" y="402291"/>
                  </a:lnTo>
                  <a:lnTo>
                    <a:pt x="241763" y="369704"/>
                  </a:lnTo>
                  <a:lnTo>
                    <a:pt x="258441" y="320008"/>
                  </a:lnTo>
                  <a:lnTo>
                    <a:pt x="260981" y="299119"/>
                  </a:lnTo>
                  <a:lnTo>
                    <a:pt x="260969" y="276615"/>
                  </a:lnTo>
                  <a:lnTo>
                    <a:pt x="250992" y="228770"/>
                  </a:lnTo>
                  <a:lnTo>
                    <a:pt x="226206" y="181840"/>
                  </a:lnTo>
                  <a:lnTo>
                    <a:pt x="186883" y="142758"/>
                  </a:lnTo>
                  <a:lnTo>
                    <a:pt x="141579" y="115957"/>
                  </a:lnTo>
                  <a:lnTo>
                    <a:pt x="98397" y="94806"/>
                  </a:lnTo>
                  <a:lnTo>
                    <a:pt x="78960" y="84380"/>
                  </a:lnTo>
                  <a:lnTo>
                    <a:pt x="46145" y="62396"/>
                  </a:lnTo>
                  <a:lnTo>
                    <a:pt x="14581" y="29074"/>
                  </a:lnTo>
                  <a:lnTo>
                    <a:pt x="2261" y="7455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" name="object 18">
              <a:extLst>
                <a:ext uri="{FF2B5EF4-FFF2-40B4-BE49-F238E27FC236}">
                  <a16:creationId xmlns:a16="http://schemas.microsoft.com/office/drawing/2014/main" id="{FAFE0484-9862-4049-938D-C74F6F9FD073}"/>
                </a:ext>
              </a:extLst>
            </p:cNvPr>
            <p:cNvSpPr/>
            <p:nvPr/>
          </p:nvSpPr>
          <p:spPr>
            <a:xfrm>
              <a:off x="2134622" y="5910192"/>
              <a:ext cx="144432" cy="1486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" name="object 19">
              <a:extLst>
                <a:ext uri="{FF2B5EF4-FFF2-40B4-BE49-F238E27FC236}">
                  <a16:creationId xmlns:a16="http://schemas.microsoft.com/office/drawing/2014/main" id="{9CC48030-9902-4C0E-BBEC-8AB5182BD9F6}"/>
                </a:ext>
              </a:extLst>
            </p:cNvPr>
            <p:cNvSpPr/>
            <p:nvPr/>
          </p:nvSpPr>
          <p:spPr>
            <a:xfrm>
              <a:off x="1971375" y="5977276"/>
              <a:ext cx="81895" cy="201543"/>
            </a:xfrm>
            <a:custGeom>
              <a:avLst/>
              <a:gdLst/>
              <a:ahLst/>
              <a:cxnLst/>
              <a:rect l="l" t="t" r="r" b="b"/>
              <a:pathLst>
                <a:path w="111125" h="285750">
                  <a:moveTo>
                    <a:pt x="219" y="0"/>
                  </a:moveTo>
                  <a:lnTo>
                    <a:pt x="0" y="366"/>
                  </a:lnTo>
                  <a:lnTo>
                    <a:pt x="3706" y="2722"/>
                  </a:lnTo>
                  <a:lnTo>
                    <a:pt x="10219" y="7057"/>
                  </a:lnTo>
                  <a:lnTo>
                    <a:pt x="28936" y="44611"/>
                  </a:lnTo>
                  <a:lnTo>
                    <a:pt x="31246" y="69423"/>
                  </a:lnTo>
                  <a:lnTo>
                    <a:pt x="32574" y="83117"/>
                  </a:lnTo>
                  <a:lnTo>
                    <a:pt x="40913" y="127543"/>
                  </a:lnTo>
                  <a:lnTo>
                    <a:pt x="55497" y="173038"/>
                  </a:lnTo>
                  <a:lnTo>
                    <a:pt x="77921" y="224470"/>
                  </a:lnTo>
                  <a:lnTo>
                    <a:pt x="97148" y="262145"/>
                  </a:lnTo>
                  <a:lnTo>
                    <a:pt x="110122" y="285509"/>
                  </a:lnTo>
                  <a:lnTo>
                    <a:pt x="110572" y="285279"/>
                  </a:lnTo>
                  <a:lnTo>
                    <a:pt x="108771" y="281279"/>
                  </a:lnTo>
                  <a:lnTo>
                    <a:pt x="105316" y="274148"/>
                  </a:lnTo>
                  <a:lnTo>
                    <a:pt x="90604" y="244023"/>
                  </a:lnTo>
                  <a:lnTo>
                    <a:pt x="80672" y="223132"/>
                  </a:lnTo>
                  <a:lnTo>
                    <a:pt x="58869" y="171733"/>
                  </a:lnTo>
                  <a:lnTo>
                    <a:pt x="44463" y="126602"/>
                  </a:lnTo>
                  <a:lnTo>
                    <a:pt x="35946" y="82709"/>
                  </a:lnTo>
                  <a:lnTo>
                    <a:pt x="33213" y="56256"/>
                  </a:lnTo>
                  <a:lnTo>
                    <a:pt x="31750" y="44211"/>
                  </a:lnTo>
                  <a:lnTo>
                    <a:pt x="29664" y="33171"/>
                  </a:lnTo>
                  <a:lnTo>
                    <a:pt x="28166" y="26219"/>
                  </a:lnTo>
                  <a:lnTo>
                    <a:pt x="25863" y="19769"/>
                  </a:lnTo>
                  <a:lnTo>
                    <a:pt x="22187" y="15214"/>
                  </a:lnTo>
                  <a:lnTo>
                    <a:pt x="18575" y="10596"/>
                  </a:lnTo>
                  <a:lnTo>
                    <a:pt x="14345" y="7905"/>
                  </a:lnTo>
                  <a:lnTo>
                    <a:pt x="10994" y="5842"/>
                  </a:lnTo>
                  <a:lnTo>
                    <a:pt x="7601" y="3790"/>
                  </a:lnTo>
                  <a:lnTo>
                    <a:pt x="1225" y="450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" name="object 20">
              <a:extLst>
                <a:ext uri="{FF2B5EF4-FFF2-40B4-BE49-F238E27FC236}">
                  <a16:creationId xmlns:a16="http://schemas.microsoft.com/office/drawing/2014/main" id="{FC299271-4504-474B-9E90-FF553ECCE660}"/>
                </a:ext>
              </a:extLst>
            </p:cNvPr>
            <p:cNvSpPr/>
            <p:nvPr/>
          </p:nvSpPr>
          <p:spPr>
            <a:xfrm>
              <a:off x="5020280" y="5891172"/>
              <a:ext cx="238666" cy="378453"/>
            </a:xfrm>
            <a:custGeom>
              <a:avLst/>
              <a:gdLst/>
              <a:ahLst/>
              <a:cxnLst/>
              <a:rect l="l" t="t" r="r" b="b"/>
              <a:pathLst>
                <a:path w="323850" h="536575">
                  <a:moveTo>
                    <a:pt x="113431" y="0"/>
                  </a:moveTo>
                  <a:lnTo>
                    <a:pt x="0" y="0"/>
                  </a:lnTo>
                  <a:lnTo>
                    <a:pt x="0" y="535952"/>
                  </a:lnTo>
                  <a:lnTo>
                    <a:pt x="113431" y="535952"/>
                  </a:lnTo>
                  <a:lnTo>
                    <a:pt x="161593" y="530404"/>
                  </a:lnTo>
                  <a:lnTo>
                    <a:pt x="205804" y="514603"/>
                  </a:lnTo>
                  <a:lnTo>
                    <a:pt x="244804" y="489808"/>
                  </a:lnTo>
                  <a:lnTo>
                    <a:pt x="277332" y="457280"/>
                  </a:lnTo>
                  <a:lnTo>
                    <a:pt x="302128" y="418279"/>
                  </a:lnTo>
                  <a:lnTo>
                    <a:pt x="317929" y="374068"/>
                  </a:lnTo>
                  <a:lnTo>
                    <a:pt x="323477" y="325906"/>
                  </a:lnTo>
                  <a:lnTo>
                    <a:pt x="323477" y="210045"/>
                  </a:lnTo>
                  <a:lnTo>
                    <a:pt x="317929" y="161883"/>
                  </a:lnTo>
                  <a:lnTo>
                    <a:pt x="302128" y="117672"/>
                  </a:lnTo>
                  <a:lnTo>
                    <a:pt x="277332" y="78672"/>
                  </a:lnTo>
                  <a:lnTo>
                    <a:pt x="244804" y="46144"/>
                  </a:lnTo>
                  <a:lnTo>
                    <a:pt x="205804" y="21349"/>
                  </a:lnTo>
                  <a:lnTo>
                    <a:pt x="161593" y="5547"/>
                  </a:lnTo>
                  <a:lnTo>
                    <a:pt x="113431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" name="object 21">
              <a:extLst>
                <a:ext uri="{FF2B5EF4-FFF2-40B4-BE49-F238E27FC236}">
                  <a16:creationId xmlns:a16="http://schemas.microsoft.com/office/drawing/2014/main" id="{2E2FE91D-9C59-4A69-AA64-6545833E2387}"/>
                </a:ext>
              </a:extLst>
            </p:cNvPr>
            <p:cNvSpPr/>
            <p:nvPr/>
          </p:nvSpPr>
          <p:spPr>
            <a:xfrm>
              <a:off x="697263" y="6265052"/>
              <a:ext cx="5040992" cy="0"/>
            </a:xfrm>
            <a:custGeom>
              <a:avLst/>
              <a:gdLst/>
              <a:ahLst/>
              <a:cxnLst/>
              <a:rect l="l" t="t" r="r" b="b"/>
              <a:pathLst>
                <a:path w="6840220">
                  <a:moveTo>
                    <a:pt x="0" y="0"/>
                  </a:moveTo>
                  <a:lnTo>
                    <a:pt x="6839749" y="0"/>
                  </a:lnTo>
                </a:path>
              </a:pathLst>
            </a:custGeom>
            <a:ln w="856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" name="object 22">
              <a:extLst>
                <a:ext uri="{FF2B5EF4-FFF2-40B4-BE49-F238E27FC236}">
                  <a16:creationId xmlns:a16="http://schemas.microsoft.com/office/drawing/2014/main" id="{7C5D8EBD-E305-44B0-8AA5-97F0A2113B22}"/>
                </a:ext>
              </a:extLst>
            </p:cNvPr>
            <p:cNvSpPr/>
            <p:nvPr/>
          </p:nvSpPr>
          <p:spPr>
            <a:xfrm>
              <a:off x="549472" y="1531271"/>
              <a:ext cx="4279663" cy="473060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7" name="object 23">
              <a:extLst>
                <a:ext uri="{FF2B5EF4-FFF2-40B4-BE49-F238E27FC236}">
                  <a16:creationId xmlns:a16="http://schemas.microsoft.com/office/drawing/2014/main" id="{AC887E63-6638-447C-AAD2-511C578F8F87}"/>
                </a:ext>
              </a:extLst>
            </p:cNvPr>
            <p:cNvSpPr/>
            <p:nvPr/>
          </p:nvSpPr>
          <p:spPr>
            <a:xfrm>
              <a:off x="1595970" y="1948519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8" name="object 24">
              <a:extLst>
                <a:ext uri="{FF2B5EF4-FFF2-40B4-BE49-F238E27FC236}">
                  <a16:creationId xmlns:a16="http://schemas.microsoft.com/office/drawing/2014/main" id="{4465DDA5-26F1-4798-A079-DB8977455B75}"/>
                </a:ext>
              </a:extLst>
            </p:cNvPr>
            <p:cNvSpPr/>
            <p:nvPr/>
          </p:nvSpPr>
          <p:spPr>
            <a:xfrm>
              <a:off x="1608228" y="2167142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9" name="object 25">
              <a:extLst>
                <a:ext uri="{FF2B5EF4-FFF2-40B4-BE49-F238E27FC236}">
                  <a16:creationId xmlns:a16="http://schemas.microsoft.com/office/drawing/2014/main" id="{E1913CEB-D2B4-4BAA-8795-586159F425C4}"/>
                </a:ext>
              </a:extLst>
            </p:cNvPr>
            <p:cNvSpPr/>
            <p:nvPr/>
          </p:nvSpPr>
          <p:spPr>
            <a:xfrm>
              <a:off x="1620486" y="2385766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0" name="object 26">
              <a:extLst>
                <a:ext uri="{FF2B5EF4-FFF2-40B4-BE49-F238E27FC236}">
                  <a16:creationId xmlns:a16="http://schemas.microsoft.com/office/drawing/2014/main" id="{F2FAE230-F035-4A61-ABD2-5D5C5C4D4D2E}"/>
                </a:ext>
              </a:extLst>
            </p:cNvPr>
            <p:cNvSpPr/>
            <p:nvPr/>
          </p:nvSpPr>
          <p:spPr>
            <a:xfrm>
              <a:off x="1632743" y="2604388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1" name="object 27">
              <a:extLst>
                <a:ext uri="{FF2B5EF4-FFF2-40B4-BE49-F238E27FC236}">
                  <a16:creationId xmlns:a16="http://schemas.microsoft.com/office/drawing/2014/main" id="{8A7B94CB-3918-4343-9F8E-DC46EAA46F77}"/>
                </a:ext>
              </a:extLst>
            </p:cNvPr>
            <p:cNvSpPr/>
            <p:nvPr/>
          </p:nvSpPr>
          <p:spPr>
            <a:xfrm>
              <a:off x="1645001" y="2823010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2" name="object 28">
              <a:extLst>
                <a:ext uri="{FF2B5EF4-FFF2-40B4-BE49-F238E27FC236}">
                  <a16:creationId xmlns:a16="http://schemas.microsoft.com/office/drawing/2014/main" id="{7C5E2308-CE23-4388-B5D5-1977C40139EF}"/>
                </a:ext>
              </a:extLst>
            </p:cNvPr>
            <p:cNvSpPr/>
            <p:nvPr/>
          </p:nvSpPr>
          <p:spPr>
            <a:xfrm>
              <a:off x="1657259" y="3041633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3" name="object 29">
              <a:extLst>
                <a:ext uri="{FF2B5EF4-FFF2-40B4-BE49-F238E27FC236}">
                  <a16:creationId xmlns:a16="http://schemas.microsoft.com/office/drawing/2014/main" id="{5C236602-1A2D-45F1-B245-3A49EC844E22}"/>
                </a:ext>
              </a:extLst>
            </p:cNvPr>
            <p:cNvSpPr/>
            <p:nvPr/>
          </p:nvSpPr>
          <p:spPr>
            <a:xfrm>
              <a:off x="1669517" y="3260255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4" name="object 30">
              <a:extLst>
                <a:ext uri="{FF2B5EF4-FFF2-40B4-BE49-F238E27FC236}">
                  <a16:creationId xmlns:a16="http://schemas.microsoft.com/office/drawing/2014/main" id="{F53611CB-C88A-42AD-9B59-669ABA49BFD6}"/>
                </a:ext>
              </a:extLst>
            </p:cNvPr>
            <p:cNvSpPr/>
            <p:nvPr/>
          </p:nvSpPr>
          <p:spPr>
            <a:xfrm>
              <a:off x="1681775" y="3478878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5" name="object 31">
              <a:extLst>
                <a:ext uri="{FF2B5EF4-FFF2-40B4-BE49-F238E27FC236}">
                  <a16:creationId xmlns:a16="http://schemas.microsoft.com/office/drawing/2014/main" id="{9E730DEF-BF4C-4B83-A483-94E1D213CA9F}"/>
                </a:ext>
              </a:extLst>
            </p:cNvPr>
            <p:cNvSpPr/>
            <p:nvPr/>
          </p:nvSpPr>
          <p:spPr>
            <a:xfrm>
              <a:off x="1694034" y="3697501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6" name="object 32">
              <a:extLst>
                <a:ext uri="{FF2B5EF4-FFF2-40B4-BE49-F238E27FC236}">
                  <a16:creationId xmlns:a16="http://schemas.microsoft.com/office/drawing/2014/main" id="{38E554D9-61CA-4119-9070-0F1052FC9DE5}"/>
                </a:ext>
              </a:extLst>
            </p:cNvPr>
            <p:cNvSpPr/>
            <p:nvPr/>
          </p:nvSpPr>
          <p:spPr>
            <a:xfrm>
              <a:off x="1706292" y="3916122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7" name="object 33">
              <a:extLst>
                <a:ext uri="{FF2B5EF4-FFF2-40B4-BE49-F238E27FC236}">
                  <a16:creationId xmlns:a16="http://schemas.microsoft.com/office/drawing/2014/main" id="{E6C5ED2E-4390-46BB-BCB7-21B1D3F1796F}"/>
                </a:ext>
              </a:extLst>
            </p:cNvPr>
            <p:cNvSpPr/>
            <p:nvPr/>
          </p:nvSpPr>
          <p:spPr>
            <a:xfrm>
              <a:off x="1718551" y="4134746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8" name="object 34">
              <a:extLst>
                <a:ext uri="{FF2B5EF4-FFF2-40B4-BE49-F238E27FC236}">
                  <a16:creationId xmlns:a16="http://schemas.microsoft.com/office/drawing/2014/main" id="{C9426C04-D396-4DEF-BBD4-ACAD2E64E09E}"/>
                </a:ext>
              </a:extLst>
            </p:cNvPr>
            <p:cNvSpPr/>
            <p:nvPr/>
          </p:nvSpPr>
          <p:spPr>
            <a:xfrm>
              <a:off x="1730808" y="4353368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9" name="object 35">
              <a:extLst>
                <a:ext uri="{FF2B5EF4-FFF2-40B4-BE49-F238E27FC236}">
                  <a16:creationId xmlns:a16="http://schemas.microsoft.com/office/drawing/2014/main" id="{1704AF6F-88ED-48D8-81DD-91791E54B47D}"/>
                </a:ext>
              </a:extLst>
            </p:cNvPr>
            <p:cNvSpPr/>
            <p:nvPr/>
          </p:nvSpPr>
          <p:spPr>
            <a:xfrm>
              <a:off x="1743066" y="4571991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0" name="object 36">
              <a:extLst>
                <a:ext uri="{FF2B5EF4-FFF2-40B4-BE49-F238E27FC236}">
                  <a16:creationId xmlns:a16="http://schemas.microsoft.com/office/drawing/2014/main" id="{DDA4B379-4E12-45E1-8071-BC9A6DEB03C2}"/>
                </a:ext>
              </a:extLst>
            </p:cNvPr>
            <p:cNvSpPr/>
            <p:nvPr/>
          </p:nvSpPr>
          <p:spPr>
            <a:xfrm>
              <a:off x="1755323" y="4790614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1" name="object 37">
              <a:extLst>
                <a:ext uri="{FF2B5EF4-FFF2-40B4-BE49-F238E27FC236}">
                  <a16:creationId xmlns:a16="http://schemas.microsoft.com/office/drawing/2014/main" id="{C809E232-DB63-440C-90B2-F9B20168B8B6}"/>
                </a:ext>
              </a:extLst>
            </p:cNvPr>
            <p:cNvSpPr/>
            <p:nvPr/>
          </p:nvSpPr>
          <p:spPr>
            <a:xfrm>
              <a:off x="1767583" y="5009237"/>
              <a:ext cx="2892534" cy="148694"/>
            </a:xfrm>
            <a:custGeom>
              <a:avLst/>
              <a:gdLst/>
              <a:ahLst/>
              <a:cxnLst/>
              <a:rect l="l" t="t" r="r" b="b"/>
              <a:pathLst>
                <a:path w="3924934" h="210820">
                  <a:moveTo>
                    <a:pt x="3922735" y="0"/>
                  </a:moveTo>
                  <a:lnTo>
                    <a:pt x="3864466" y="2250"/>
                  </a:lnTo>
                  <a:lnTo>
                    <a:pt x="26944" y="208519"/>
                  </a:lnTo>
                  <a:lnTo>
                    <a:pt x="0" y="210679"/>
                  </a:lnTo>
                  <a:lnTo>
                    <a:pt x="1730" y="210767"/>
                  </a:lnTo>
                  <a:lnTo>
                    <a:pt x="41942" y="209316"/>
                  </a:lnTo>
                  <a:lnTo>
                    <a:pt x="3882610" y="3222"/>
                  </a:lnTo>
                  <a:lnTo>
                    <a:pt x="3922754" y="362"/>
                  </a:lnTo>
                  <a:lnTo>
                    <a:pt x="3924466" y="88"/>
                  </a:lnTo>
                  <a:lnTo>
                    <a:pt x="3922735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2" name="object 38">
              <a:extLst>
                <a:ext uri="{FF2B5EF4-FFF2-40B4-BE49-F238E27FC236}">
                  <a16:creationId xmlns:a16="http://schemas.microsoft.com/office/drawing/2014/main" id="{8527E0C1-1174-4D5A-AB4B-1F5C466B1133}"/>
                </a:ext>
              </a:extLst>
            </p:cNvPr>
            <p:cNvSpPr/>
            <p:nvPr/>
          </p:nvSpPr>
          <p:spPr>
            <a:xfrm>
              <a:off x="1994577" y="1716566"/>
              <a:ext cx="208715" cy="3719137"/>
            </a:xfrm>
            <a:custGeom>
              <a:avLst/>
              <a:gdLst/>
              <a:ahLst/>
              <a:cxnLst/>
              <a:rect l="l" t="t" r="r" b="b"/>
              <a:pathLst>
                <a:path w="283210" h="5273040">
                  <a:moveTo>
                    <a:pt x="0" y="0"/>
                  </a:moveTo>
                  <a:lnTo>
                    <a:pt x="2396" y="61999"/>
                  </a:lnTo>
                  <a:lnTo>
                    <a:pt x="4258" y="101428"/>
                  </a:lnTo>
                  <a:lnTo>
                    <a:pt x="7971" y="177511"/>
                  </a:lnTo>
                  <a:lnTo>
                    <a:pt x="12741" y="272994"/>
                  </a:lnTo>
                  <a:lnTo>
                    <a:pt x="20652" y="428682"/>
                  </a:lnTo>
                  <a:lnTo>
                    <a:pt x="32851" y="665429"/>
                  </a:lnTo>
                  <a:lnTo>
                    <a:pt x="47383" y="944491"/>
                  </a:lnTo>
                  <a:lnTo>
                    <a:pt x="67549" y="1328434"/>
                  </a:lnTo>
                  <a:lnTo>
                    <a:pt x="94287" y="1833489"/>
                  </a:lnTo>
                  <a:lnTo>
                    <a:pt x="123830" y="2387459"/>
                  </a:lnTo>
                  <a:lnTo>
                    <a:pt x="154954" y="2967201"/>
                  </a:lnTo>
                  <a:lnTo>
                    <a:pt x="184552" y="3514844"/>
                  </a:lnTo>
                  <a:lnTo>
                    <a:pt x="207921" y="3944351"/>
                  </a:lnTo>
                  <a:lnTo>
                    <a:pt x="228957" y="4328222"/>
                  </a:lnTo>
                  <a:lnTo>
                    <a:pt x="244371" y="4607236"/>
                  </a:lnTo>
                  <a:lnTo>
                    <a:pt x="257578" y="4843939"/>
                  </a:lnTo>
                  <a:lnTo>
                    <a:pt x="266375" y="4999594"/>
                  </a:lnTo>
                  <a:lnTo>
                    <a:pt x="271851" y="5095050"/>
                  </a:lnTo>
                  <a:lnTo>
                    <a:pt x="276301" y="5171104"/>
                  </a:lnTo>
                  <a:lnTo>
                    <a:pt x="278670" y="5210513"/>
                  </a:lnTo>
                  <a:lnTo>
                    <a:pt x="281283" y="5251913"/>
                  </a:lnTo>
                  <a:lnTo>
                    <a:pt x="282923" y="5272425"/>
                  </a:lnTo>
                  <a:lnTo>
                    <a:pt x="282915" y="5267224"/>
                  </a:lnTo>
                  <a:lnTo>
                    <a:pt x="280526" y="5210414"/>
                  </a:lnTo>
                  <a:lnTo>
                    <a:pt x="278663" y="5170978"/>
                  </a:lnTo>
                  <a:lnTo>
                    <a:pt x="274949" y="5094885"/>
                  </a:lnTo>
                  <a:lnTo>
                    <a:pt x="270178" y="4999391"/>
                  </a:lnTo>
                  <a:lnTo>
                    <a:pt x="262266" y="4843688"/>
                  </a:lnTo>
                  <a:lnTo>
                    <a:pt x="250066" y="4606931"/>
                  </a:lnTo>
                  <a:lnTo>
                    <a:pt x="235533" y="4327869"/>
                  </a:lnTo>
                  <a:lnTo>
                    <a:pt x="215368" y="3943951"/>
                  </a:lnTo>
                  <a:lnTo>
                    <a:pt x="188633" y="3438969"/>
                  </a:lnTo>
                  <a:lnTo>
                    <a:pt x="159098" y="2885136"/>
                  </a:lnTo>
                  <a:lnTo>
                    <a:pt x="127973" y="2305370"/>
                  </a:lnTo>
                  <a:lnTo>
                    <a:pt x="98368" y="1757600"/>
                  </a:lnTo>
                  <a:lnTo>
                    <a:pt x="74995" y="1328032"/>
                  </a:lnTo>
                  <a:lnTo>
                    <a:pt x="53959" y="944135"/>
                  </a:lnTo>
                  <a:lnTo>
                    <a:pt x="38545" y="665120"/>
                  </a:lnTo>
                  <a:lnTo>
                    <a:pt x="25339" y="428427"/>
                  </a:lnTo>
                  <a:lnTo>
                    <a:pt x="16544" y="272786"/>
                  </a:lnTo>
                  <a:lnTo>
                    <a:pt x="11069" y="177341"/>
                  </a:lnTo>
                  <a:lnTo>
                    <a:pt x="6620" y="101299"/>
                  </a:lnTo>
                  <a:lnTo>
                    <a:pt x="4252" y="61897"/>
                  </a:lnTo>
                  <a:lnTo>
                    <a:pt x="1639" y="205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FE0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3" name="object 39">
              <a:extLst>
                <a:ext uri="{FF2B5EF4-FFF2-40B4-BE49-F238E27FC236}">
                  <a16:creationId xmlns:a16="http://schemas.microsoft.com/office/drawing/2014/main" id="{F785C87B-C397-4BE3-AC86-618F8745B89D}"/>
                </a:ext>
              </a:extLst>
            </p:cNvPr>
            <p:cNvSpPr/>
            <p:nvPr/>
          </p:nvSpPr>
          <p:spPr>
            <a:xfrm>
              <a:off x="5198553" y="2088151"/>
              <a:ext cx="516173" cy="494004"/>
            </a:xfrm>
            <a:custGeom>
              <a:avLst/>
              <a:gdLst/>
              <a:ahLst/>
              <a:cxnLst/>
              <a:rect l="l" t="t" r="r" b="b"/>
              <a:pathLst>
                <a:path w="700404" h="700404">
                  <a:moveTo>
                    <a:pt x="619837" y="572282"/>
                  </a:moveTo>
                  <a:lnTo>
                    <a:pt x="79112" y="572282"/>
                  </a:lnTo>
                  <a:lnTo>
                    <a:pt x="109842" y="605232"/>
                  </a:lnTo>
                  <a:lnTo>
                    <a:pt x="144779" y="634146"/>
                  </a:lnTo>
                  <a:lnTo>
                    <a:pt x="183618" y="658515"/>
                  </a:lnTo>
                  <a:lnTo>
                    <a:pt x="226049" y="677831"/>
                  </a:lnTo>
                  <a:lnTo>
                    <a:pt x="271766" y="691587"/>
                  </a:lnTo>
                  <a:lnTo>
                    <a:pt x="318820" y="699066"/>
                  </a:lnTo>
                  <a:lnTo>
                    <a:pt x="365343" y="700148"/>
                  </a:lnTo>
                  <a:lnTo>
                    <a:pt x="410834" y="695146"/>
                  </a:lnTo>
                  <a:lnTo>
                    <a:pt x="454794" y="684374"/>
                  </a:lnTo>
                  <a:lnTo>
                    <a:pt x="496724" y="668146"/>
                  </a:lnTo>
                  <a:lnTo>
                    <a:pt x="536122" y="646777"/>
                  </a:lnTo>
                  <a:lnTo>
                    <a:pt x="572489" y="620580"/>
                  </a:lnTo>
                  <a:lnTo>
                    <a:pt x="605326" y="589868"/>
                  </a:lnTo>
                  <a:lnTo>
                    <a:pt x="619837" y="572282"/>
                  </a:lnTo>
                  <a:close/>
                </a:path>
                <a:path w="700404" h="700404">
                  <a:moveTo>
                    <a:pt x="334363" y="0"/>
                  </a:moveTo>
                  <a:lnTo>
                    <a:pt x="288871" y="5001"/>
                  </a:lnTo>
                  <a:lnTo>
                    <a:pt x="244911" y="15772"/>
                  </a:lnTo>
                  <a:lnTo>
                    <a:pt x="202982" y="31998"/>
                  </a:lnTo>
                  <a:lnTo>
                    <a:pt x="163584" y="53367"/>
                  </a:lnTo>
                  <a:lnTo>
                    <a:pt x="127216" y="79564"/>
                  </a:lnTo>
                  <a:lnTo>
                    <a:pt x="94380" y="110275"/>
                  </a:lnTo>
                  <a:lnTo>
                    <a:pt x="65574" y="145187"/>
                  </a:lnTo>
                  <a:lnTo>
                    <a:pt x="41299" y="183985"/>
                  </a:lnTo>
                  <a:lnTo>
                    <a:pt x="22054" y="226357"/>
                  </a:lnTo>
                  <a:lnTo>
                    <a:pt x="8340" y="271987"/>
                  </a:lnTo>
                  <a:lnTo>
                    <a:pt x="693" y="321060"/>
                  </a:lnTo>
                  <a:lnTo>
                    <a:pt x="0" y="369530"/>
                  </a:lnTo>
                  <a:lnTo>
                    <a:pt x="5895" y="416833"/>
                  </a:lnTo>
                  <a:lnTo>
                    <a:pt x="18015" y="462400"/>
                  </a:lnTo>
                  <a:lnTo>
                    <a:pt x="79196" y="572460"/>
                  </a:lnTo>
                  <a:lnTo>
                    <a:pt x="79112" y="572282"/>
                  </a:lnTo>
                  <a:lnTo>
                    <a:pt x="619837" y="572282"/>
                  </a:lnTo>
                  <a:lnTo>
                    <a:pt x="658407" y="516159"/>
                  </a:lnTo>
                  <a:lnTo>
                    <a:pt x="677652" y="473789"/>
                  </a:lnTo>
                  <a:lnTo>
                    <a:pt x="691366" y="428161"/>
                  </a:lnTo>
                  <a:lnTo>
                    <a:pt x="698845" y="381107"/>
                  </a:lnTo>
                  <a:lnTo>
                    <a:pt x="699926" y="334584"/>
                  </a:lnTo>
                  <a:lnTo>
                    <a:pt x="694924" y="289092"/>
                  </a:lnTo>
                  <a:lnTo>
                    <a:pt x="684153" y="245132"/>
                  </a:lnTo>
                  <a:lnTo>
                    <a:pt x="667925" y="203203"/>
                  </a:lnTo>
                  <a:lnTo>
                    <a:pt x="646556" y="163805"/>
                  </a:lnTo>
                  <a:lnTo>
                    <a:pt x="620358" y="127437"/>
                  </a:lnTo>
                  <a:lnTo>
                    <a:pt x="589647" y="94601"/>
                  </a:lnTo>
                  <a:lnTo>
                    <a:pt x="554736" y="65795"/>
                  </a:lnTo>
                  <a:lnTo>
                    <a:pt x="515938" y="41520"/>
                  </a:lnTo>
                  <a:lnTo>
                    <a:pt x="473568" y="22275"/>
                  </a:lnTo>
                  <a:lnTo>
                    <a:pt x="427939" y="8561"/>
                  </a:lnTo>
                  <a:lnTo>
                    <a:pt x="380885" y="1082"/>
                  </a:lnTo>
                  <a:lnTo>
                    <a:pt x="334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4" name="object 40">
              <a:extLst>
                <a:ext uri="{FF2B5EF4-FFF2-40B4-BE49-F238E27FC236}">
                  <a16:creationId xmlns:a16="http://schemas.microsoft.com/office/drawing/2014/main" id="{954C619A-4FD0-4BAA-81B7-73D580350016}"/>
                </a:ext>
              </a:extLst>
            </p:cNvPr>
            <p:cNvSpPr/>
            <p:nvPr/>
          </p:nvSpPr>
          <p:spPr>
            <a:xfrm>
              <a:off x="5338642" y="2311583"/>
              <a:ext cx="49070" cy="469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5" name="object 41">
              <a:extLst>
                <a:ext uri="{FF2B5EF4-FFF2-40B4-BE49-F238E27FC236}">
                  <a16:creationId xmlns:a16="http://schemas.microsoft.com/office/drawing/2014/main" id="{4847F570-3ABE-43A3-8A13-A40A6E53D8E1}"/>
                </a:ext>
              </a:extLst>
            </p:cNvPr>
            <p:cNvSpPr/>
            <p:nvPr/>
          </p:nvSpPr>
          <p:spPr>
            <a:xfrm>
              <a:off x="5436825" y="2311583"/>
              <a:ext cx="49070" cy="469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6" name="object 42">
              <a:extLst>
                <a:ext uri="{FF2B5EF4-FFF2-40B4-BE49-F238E27FC236}">
                  <a16:creationId xmlns:a16="http://schemas.microsoft.com/office/drawing/2014/main" id="{2C2502DF-E3DD-4745-BD35-2A060227A52A}"/>
                </a:ext>
              </a:extLst>
            </p:cNvPr>
            <p:cNvSpPr/>
            <p:nvPr/>
          </p:nvSpPr>
          <p:spPr>
            <a:xfrm>
              <a:off x="5538223" y="2311753"/>
              <a:ext cx="48706" cy="4661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7" name="object 43">
              <a:extLst>
                <a:ext uri="{FF2B5EF4-FFF2-40B4-BE49-F238E27FC236}">
                  <a16:creationId xmlns:a16="http://schemas.microsoft.com/office/drawing/2014/main" id="{6F5AC2A8-2D70-4496-AF6C-728CF35CD3C2}"/>
                </a:ext>
              </a:extLst>
            </p:cNvPr>
            <p:cNvSpPr/>
            <p:nvPr/>
          </p:nvSpPr>
          <p:spPr>
            <a:xfrm>
              <a:off x="5203365" y="2090240"/>
              <a:ext cx="511025" cy="489973"/>
            </a:xfrm>
            <a:custGeom>
              <a:avLst/>
              <a:gdLst/>
              <a:ahLst/>
              <a:cxnLst/>
              <a:rect l="l" t="t" r="r" b="b"/>
              <a:pathLst>
                <a:path w="693420" h="694689">
                  <a:moveTo>
                    <a:pt x="368954" y="0"/>
                  </a:moveTo>
                  <a:lnTo>
                    <a:pt x="323161" y="71"/>
                  </a:lnTo>
                  <a:lnTo>
                    <a:pt x="276517" y="6374"/>
                  </a:lnTo>
                  <a:lnTo>
                    <a:pt x="229994" y="19842"/>
                  </a:lnTo>
                  <a:lnTo>
                    <a:pt x="184498" y="39716"/>
                  </a:lnTo>
                  <a:lnTo>
                    <a:pt x="131358" y="74772"/>
                  </a:lnTo>
                  <a:lnTo>
                    <a:pt x="102103" y="100625"/>
                  </a:lnTo>
                  <a:lnTo>
                    <a:pt x="75853" y="130299"/>
                  </a:lnTo>
                  <a:lnTo>
                    <a:pt x="52850" y="163187"/>
                  </a:lnTo>
                  <a:lnTo>
                    <a:pt x="27459" y="211207"/>
                  </a:lnTo>
                  <a:lnTo>
                    <a:pt x="10379" y="263660"/>
                  </a:lnTo>
                  <a:lnTo>
                    <a:pt x="1328" y="318827"/>
                  </a:lnTo>
                  <a:lnTo>
                    <a:pt x="0" y="345215"/>
                  </a:lnTo>
                  <a:lnTo>
                    <a:pt x="4" y="348995"/>
                  </a:lnTo>
                  <a:lnTo>
                    <a:pt x="4815" y="403153"/>
                  </a:lnTo>
                  <a:lnTo>
                    <a:pt x="17906" y="457128"/>
                  </a:lnTo>
                  <a:lnTo>
                    <a:pt x="39208" y="507578"/>
                  </a:lnTo>
                  <a:lnTo>
                    <a:pt x="67852" y="553198"/>
                  </a:lnTo>
                  <a:lnTo>
                    <a:pt x="93199" y="583869"/>
                  </a:lnTo>
                  <a:lnTo>
                    <a:pt x="121438" y="611098"/>
                  </a:lnTo>
                  <a:lnTo>
                    <a:pt x="152010" y="634762"/>
                  </a:lnTo>
                  <a:lnTo>
                    <a:pt x="195781" y="659958"/>
                  </a:lnTo>
                  <a:lnTo>
                    <a:pt x="276523" y="687845"/>
                  </a:lnTo>
                  <a:lnTo>
                    <a:pt x="323172" y="694145"/>
                  </a:lnTo>
                  <a:lnTo>
                    <a:pt x="368968" y="694216"/>
                  </a:lnTo>
                  <a:lnTo>
                    <a:pt x="412941" y="688995"/>
                  </a:lnTo>
                  <a:lnTo>
                    <a:pt x="421294" y="686888"/>
                  </a:lnTo>
                  <a:lnTo>
                    <a:pt x="368547" y="686888"/>
                  </a:lnTo>
                  <a:lnTo>
                    <a:pt x="323723" y="686617"/>
                  </a:lnTo>
                  <a:lnTo>
                    <a:pt x="278119" y="680273"/>
                  </a:lnTo>
                  <a:lnTo>
                    <a:pt x="232695" y="666943"/>
                  </a:lnTo>
                  <a:lnTo>
                    <a:pt x="188299" y="647394"/>
                  </a:lnTo>
                  <a:lnTo>
                    <a:pt x="136478" y="613002"/>
                  </a:lnTo>
                  <a:lnTo>
                    <a:pt x="107966" y="587689"/>
                  </a:lnTo>
                  <a:lnTo>
                    <a:pt x="82397" y="558668"/>
                  </a:lnTo>
                  <a:lnTo>
                    <a:pt x="60000" y="526526"/>
                  </a:lnTo>
                  <a:lnTo>
                    <a:pt x="35275" y="479635"/>
                  </a:lnTo>
                  <a:lnTo>
                    <a:pt x="18672" y="428438"/>
                  </a:lnTo>
                  <a:lnTo>
                    <a:pt x="9875" y="374611"/>
                  </a:lnTo>
                  <a:lnTo>
                    <a:pt x="8586" y="345215"/>
                  </a:lnTo>
                  <a:lnTo>
                    <a:pt x="9883" y="319514"/>
                  </a:lnTo>
                  <a:lnTo>
                    <a:pt x="18691" y="265710"/>
                  </a:lnTo>
                  <a:lnTo>
                    <a:pt x="35301" y="214530"/>
                  </a:lnTo>
                  <a:lnTo>
                    <a:pt x="60022" y="167655"/>
                  </a:lnTo>
                  <a:lnTo>
                    <a:pt x="82418" y="135522"/>
                  </a:lnTo>
                  <a:lnTo>
                    <a:pt x="107987" y="106510"/>
                  </a:lnTo>
                  <a:lnTo>
                    <a:pt x="136499" y="81206"/>
                  </a:lnTo>
                  <a:lnTo>
                    <a:pt x="188299" y="46826"/>
                  </a:lnTo>
                  <a:lnTo>
                    <a:pt x="232695" y="27277"/>
                  </a:lnTo>
                  <a:lnTo>
                    <a:pt x="278112" y="13947"/>
                  </a:lnTo>
                  <a:lnTo>
                    <a:pt x="323708" y="7603"/>
                  </a:lnTo>
                  <a:lnTo>
                    <a:pt x="421279" y="7332"/>
                  </a:lnTo>
                  <a:lnTo>
                    <a:pt x="412920" y="5225"/>
                  </a:lnTo>
                  <a:lnTo>
                    <a:pt x="368954" y="0"/>
                  </a:lnTo>
                  <a:close/>
                </a:path>
                <a:path w="693420" h="694689">
                  <a:moveTo>
                    <a:pt x="421279" y="7332"/>
                  </a:moveTo>
                  <a:lnTo>
                    <a:pt x="368528" y="7332"/>
                  </a:lnTo>
                  <a:lnTo>
                    <a:pt x="411611" y="12220"/>
                  </a:lnTo>
                  <a:lnTo>
                    <a:pt x="452353" y="22245"/>
                  </a:lnTo>
                  <a:lnTo>
                    <a:pt x="490040" y="36814"/>
                  </a:lnTo>
                  <a:lnTo>
                    <a:pt x="524430" y="54955"/>
                  </a:lnTo>
                  <a:lnTo>
                    <a:pt x="582473" y="98497"/>
                  </a:lnTo>
                  <a:lnTo>
                    <a:pt x="625902" y="147484"/>
                  </a:lnTo>
                  <a:lnTo>
                    <a:pt x="655849" y="196891"/>
                  </a:lnTo>
                  <a:lnTo>
                    <a:pt x="674956" y="242662"/>
                  </a:lnTo>
                  <a:lnTo>
                    <a:pt x="685324" y="282132"/>
                  </a:lnTo>
                  <a:lnTo>
                    <a:pt x="688127" y="298839"/>
                  </a:lnTo>
                  <a:lnTo>
                    <a:pt x="689429" y="306304"/>
                  </a:lnTo>
                  <a:lnTo>
                    <a:pt x="690319" y="313200"/>
                  </a:lnTo>
                  <a:lnTo>
                    <a:pt x="690885" y="319514"/>
                  </a:lnTo>
                  <a:lnTo>
                    <a:pt x="691216" y="325205"/>
                  </a:lnTo>
                  <a:lnTo>
                    <a:pt x="692462" y="341539"/>
                  </a:lnTo>
                  <a:lnTo>
                    <a:pt x="692797" y="345215"/>
                  </a:lnTo>
                  <a:lnTo>
                    <a:pt x="693037" y="347110"/>
                  </a:lnTo>
                  <a:lnTo>
                    <a:pt x="692797" y="348995"/>
                  </a:lnTo>
                  <a:lnTo>
                    <a:pt x="692461" y="352691"/>
                  </a:lnTo>
                  <a:lnTo>
                    <a:pt x="691216" y="369005"/>
                  </a:lnTo>
                  <a:lnTo>
                    <a:pt x="690890" y="374611"/>
                  </a:lnTo>
                  <a:lnTo>
                    <a:pt x="690292" y="381222"/>
                  </a:lnTo>
                  <a:lnTo>
                    <a:pt x="689381" y="388182"/>
                  </a:lnTo>
                  <a:lnTo>
                    <a:pt x="688069" y="395726"/>
                  </a:lnTo>
                  <a:lnTo>
                    <a:pt x="686747" y="403892"/>
                  </a:lnTo>
                  <a:lnTo>
                    <a:pt x="674962" y="451541"/>
                  </a:lnTo>
                  <a:lnTo>
                    <a:pt x="655859" y="497308"/>
                  </a:lnTo>
                  <a:lnTo>
                    <a:pt x="625919" y="546716"/>
                  </a:lnTo>
                  <a:lnTo>
                    <a:pt x="582494" y="595706"/>
                  </a:lnTo>
                  <a:lnTo>
                    <a:pt x="524451" y="639250"/>
                  </a:lnTo>
                  <a:lnTo>
                    <a:pt x="490061" y="657395"/>
                  </a:lnTo>
                  <a:lnTo>
                    <a:pt x="452373" y="671969"/>
                  </a:lnTo>
                  <a:lnTo>
                    <a:pt x="411632" y="682000"/>
                  </a:lnTo>
                  <a:lnTo>
                    <a:pt x="368547" y="686888"/>
                  </a:lnTo>
                  <a:lnTo>
                    <a:pt x="421294" y="686888"/>
                  </a:lnTo>
                  <a:lnTo>
                    <a:pt x="492808" y="663421"/>
                  </a:lnTo>
                  <a:lnTo>
                    <a:pt x="527729" y="644696"/>
                  </a:lnTo>
                  <a:lnTo>
                    <a:pt x="586450" y="599913"/>
                  </a:lnTo>
                  <a:lnTo>
                    <a:pt x="630083" y="549725"/>
                  </a:lnTo>
                  <a:lnTo>
                    <a:pt x="659855" y="499269"/>
                  </a:lnTo>
                  <a:lnTo>
                    <a:pt x="678510" y="452675"/>
                  </a:lnTo>
                  <a:lnTo>
                    <a:pt x="688225" y="412633"/>
                  </a:lnTo>
                  <a:lnTo>
                    <a:pt x="690702" y="395370"/>
                  </a:lnTo>
                  <a:lnTo>
                    <a:pt x="691788" y="387907"/>
                  </a:lnTo>
                  <a:lnTo>
                    <a:pt x="692464" y="381013"/>
                  </a:lnTo>
                  <a:lnTo>
                    <a:pt x="692822" y="374611"/>
                  </a:lnTo>
                  <a:lnTo>
                    <a:pt x="693341" y="352691"/>
                  </a:lnTo>
                  <a:lnTo>
                    <a:pt x="693341" y="341519"/>
                  </a:lnTo>
                  <a:lnTo>
                    <a:pt x="692820" y="319514"/>
                  </a:lnTo>
                  <a:lnTo>
                    <a:pt x="692452" y="312989"/>
                  </a:lnTo>
                  <a:lnTo>
                    <a:pt x="691761" y="306027"/>
                  </a:lnTo>
                  <a:lnTo>
                    <a:pt x="690650" y="298483"/>
                  </a:lnTo>
                  <a:lnTo>
                    <a:pt x="689541" y="290316"/>
                  </a:lnTo>
                  <a:lnTo>
                    <a:pt x="678504" y="241530"/>
                  </a:lnTo>
                  <a:lnTo>
                    <a:pt x="659849" y="194939"/>
                  </a:lnTo>
                  <a:lnTo>
                    <a:pt x="630071" y="144483"/>
                  </a:lnTo>
                  <a:lnTo>
                    <a:pt x="586429" y="94292"/>
                  </a:lnTo>
                  <a:lnTo>
                    <a:pt x="527708" y="49510"/>
                  </a:lnTo>
                  <a:lnTo>
                    <a:pt x="492787" y="30786"/>
                  </a:lnTo>
                  <a:lnTo>
                    <a:pt x="454442" y="15692"/>
                  </a:lnTo>
                  <a:lnTo>
                    <a:pt x="421279" y="7332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8" name="object 44">
              <a:extLst>
                <a:ext uri="{FF2B5EF4-FFF2-40B4-BE49-F238E27FC236}">
                  <a16:creationId xmlns:a16="http://schemas.microsoft.com/office/drawing/2014/main" id="{E63E449D-622E-4A4F-BE24-EF5CDCF49F61}"/>
                </a:ext>
              </a:extLst>
            </p:cNvPr>
            <p:cNvSpPr/>
            <p:nvPr/>
          </p:nvSpPr>
          <p:spPr>
            <a:xfrm>
              <a:off x="5106444" y="2497212"/>
              <a:ext cx="102083" cy="9872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39" name="object 45">
              <a:extLst>
                <a:ext uri="{FF2B5EF4-FFF2-40B4-BE49-F238E27FC236}">
                  <a16:creationId xmlns:a16="http://schemas.microsoft.com/office/drawing/2014/main" id="{A30559AF-2DE3-402E-9661-0D97EC50A10D}"/>
                </a:ext>
              </a:extLst>
            </p:cNvPr>
            <p:cNvSpPr/>
            <p:nvPr/>
          </p:nvSpPr>
          <p:spPr>
            <a:xfrm>
              <a:off x="4439982" y="2076766"/>
              <a:ext cx="565611" cy="75009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0" name="object 46">
              <a:extLst>
                <a:ext uri="{FF2B5EF4-FFF2-40B4-BE49-F238E27FC236}">
                  <a16:creationId xmlns:a16="http://schemas.microsoft.com/office/drawing/2014/main" id="{14C790C1-85EF-4B65-A2D9-DF6132AB007A}"/>
                </a:ext>
              </a:extLst>
            </p:cNvPr>
            <p:cNvSpPr/>
            <p:nvPr/>
          </p:nvSpPr>
          <p:spPr>
            <a:xfrm>
              <a:off x="3740038" y="5647819"/>
              <a:ext cx="378589" cy="638667"/>
            </a:xfrm>
            <a:custGeom>
              <a:avLst/>
              <a:gdLst/>
              <a:ahLst/>
              <a:cxnLst/>
              <a:rect l="l" t="t" r="r" b="b"/>
              <a:pathLst>
                <a:path w="513715" h="905509">
                  <a:moveTo>
                    <a:pt x="214114" y="0"/>
                  </a:moveTo>
                  <a:lnTo>
                    <a:pt x="43607" y="282303"/>
                  </a:lnTo>
                  <a:lnTo>
                    <a:pt x="1545" y="350481"/>
                  </a:lnTo>
                  <a:lnTo>
                    <a:pt x="0" y="367304"/>
                  </a:lnTo>
                  <a:lnTo>
                    <a:pt x="8128" y="454505"/>
                  </a:lnTo>
                  <a:lnTo>
                    <a:pt x="16283" y="516297"/>
                  </a:lnTo>
                  <a:lnTo>
                    <a:pt x="26153" y="584493"/>
                  </a:lnTo>
                  <a:lnTo>
                    <a:pt x="36977" y="654802"/>
                  </a:lnTo>
                  <a:lnTo>
                    <a:pt x="47998" y="722929"/>
                  </a:lnTo>
                  <a:lnTo>
                    <a:pt x="58455" y="784584"/>
                  </a:lnTo>
                  <a:lnTo>
                    <a:pt x="67590" y="835472"/>
                  </a:lnTo>
                  <a:lnTo>
                    <a:pt x="78404" y="881593"/>
                  </a:lnTo>
                  <a:lnTo>
                    <a:pt x="121686" y="905463"/>
                  </a:lnTo>
                  <a:lnTo>
                    <a:pt x="139436" y="900773"/>
                  </a:lnTo>
                  <a:lnTo>
                    <a:pt x="153958" y="889542"/>
                  </a:lnTo>
                  <a:lnTo>
                    <a:pt x="163121" y="872821"/>
                  </a:lnTo>
                  <a:lnTo>
                    <a:pt x="269851" y="519115"/>
                  </a:lnTo>
                  <a:lnTo>
                    <a:pt x="513477" y="142173"/>
                  </a:lnTo>
                  <a:lnTo>
                    <a:pt x="214114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1" name="object 47">
              <a:extLst>
                <a:ext uri="{FF2B5EF4-FFF2-40B4-BE49-F238E27FC236}">
                  <a16:creationId xmlns:a16="http://schemas.microsoft.com/office/drawing/2014/main" id="{F2701765-95FC-4DDD-8F5E-F7A6A4F4AA44}"/>
                </a:ext>
              </a:extLst>
            </p:cNvPr>
            <p:cNvSpPr/>
            <p:nvPr/>
          </p:nvSpPr>
          <p:spPr>
            <a:xfrm>
              <a:off x="3737928" y="5876818"/>
              <a:ext cx="78151" cy="408012"/>
            </a:xfrm>
            <a:custGeom>
              <a:avLst/>
              <a:gdLst/>
              <a:ahLst/>
              <a:cxnLst/>
              <a:rect l="l" t="t" r="r" b="b"/>
              <a:pathLst>
                <a:path w="106045" h="578484">
                  <a:moveTo>
                    <a:pt x="20253" y="0"/>
                  </a:moveTo>
                  <a:lnTo>
                    <a:pt x="10295" y="16198"/>
                  </a:lnTo>
                  <a:lnTo>
                    <a:pt x="4828" y="27141"/>
                  </a:lnTo>
                  <a:lnTo>
                    <a:pt x="1371" y="38776"/>
                  </a:lnTo>
                  <a:lnTo>
                    <a:pt x="0" y="50830"/>
                  </a:lnTo>
                  <a:lnTo>
                    <a:pt x="787" y="63034"/>
                  </a:lnTo>
                  <a:lnTo>
                    <a:pt x="3260" y="80868"/>
                  </a:lnTo>
                  <a:lnTo>
                    <a:pt x="11097" y="142773"/>
                  </a:lnTo>
                  <a:lnTo>
                    <a:pt x="16604" y="185150"/>
                  </a:lnTo>
                  <a:lnTo>
                    <a:pt x="23263" y="234012"/>
                  </a:lnTo>
                  <a:lnTo>
                    <a:pt x="31146" y="288512"/>
                  </a:lnTo>
                  <a:lnTo>
                    <a:pt x="40324" y="347801"/>
                  </a:lnTo>
                  <a:lnTo>
                    <a:pt x="50868" y="411033"/>
                  </a:lnTo>
                  <a:lnTo>
                    <a:pt x="62848" y="477359"/>
                  </a:lnTo>
                  <a:lnTo>
                    <a:pt x="76335" y="545931"/>
                  </a:lnTo>
                  <a:lnTo>
                    <a:pt x="105706" y="577877"/>
                  </a:lnTo>
                  <a:lnTo>
                    <a:pt x="20253" y="0"/>
                  </a:lnTo>
                  <a:close/>
                </a:path>
              </a:pathLst>
            </a:custGeom>
            <a:solidFill>
              <a:srgbClr val="375A6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2" name="object 48">
              <a:extLst>
                <a:ext uri="{FF2B5EF4-FFF2-40B4-BE49-F238E27FC236}">
                  <a16:creationId xmlns:a16="http://schemas.microsoft.com/office/drawing/2014/main" id="{DDE72621-B5B6-477E-9932-15CC55007C96}"/>
                </a:ext>
              </a:extLst>
            </p:cNvPr>
            <p:cNvSpPr/>
            <p:nvPr/>
          </p:nvSpPr>
          <p:spPr>
            <a:xfrm>
              <a:off x="3816869" y="5858265"/>
              <a:ext cx="38373" cy="37173"/>
            </a:xfrm>
            <a:custGeom>
              <a:avLst/>
              <a:gdLst/>
              <a:ahLst/>
              <a:cxnLst/>
              <a:rect l="l" t="t" r="r" b="b"/>
              <a:pathLst>
                <a:path w="52070" h="52704">
                  <a:moveTo>
                    <a:pt x="26081" y="0"/>
                  </a:moveTo>
                  <a:lnTo>
                    <a:pt x="15587" y="1240"/>
                  </a:lnTo>
                  <a:lnTo>
                    <a:pt x="7249" y="7210"/>
                  </a:lnTo>
                  <a:lnTo>
                    <a:pt x="1881" y="16781"/>
                  </a:lnTo>
                  <a:lnTo>
                    <a:pt x="0" y="27814"/>
                  </a:lnTo>
                  <a:lnTo>
                    <a:pt x="2121" y="38171"/>
                  </a:lnTo>
                  <a:lnTo>
                    <a:pt x="8241" y="46146"/>
                  </a:lnTo>
                  <a:lnTo>
                    <a:pt x="17039" y="51141"/>
                  </a:lnTo>
                  <a:lnTo>
                    <a:pt x="27064" y="52682"/>
                  </a:lnTo>
                  <a:lnTo>
                    <a:pt x="36864" y="50297"/>
                  </a:lnTo>
                  <a:lnTo>
                    <a:pt x="44775" y="44051"/>
                  </a:lnTo>
                  <a:lnTo>
                    <a:pt x="49802" y="35251"/>
                  </a:lnTo>
                  <a:lnTo>
                    <a:pt x="51493" y="25237"/>
                  </a:lnTo>
                  <a:lnTo>
                    <a:pt x="49659" y="16580"/>
                  </a:lnTo>
                  <a:lnTo>
                    <a:pt x="45620" y="8940"/>
                  </a:lnTo>
                  <a:lnTo>
                    <a:pt x="36814" y="2778"/>
                  </a:lnTo>
                  <a:lnTo>
                    <a:pt x="26081" y="0"/>
                  </a:lnTo>
                  <a:close/>
                </a:path>
                <a:path w="52070" h="52704">
                  <a:moveTo>
                    <a:pt x="49398" y="15345"/>
                  </a:moveTo>
                  <a:lnTo>
                    <a:pt x="49659" y="16580"/>
                  </a:lnTo>
                  <a:lnTo>
                    <a:pt x="50329" y="17847"/>
                  </a:lnTo>
                  <a:lnTo>
                    <a:pt x="49398" y="15345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3" name="object 49">
              <a:extLst>
                <a:ext uri="{FF2B5EF4-FFF2-40B4-BE49-F238E27FC236}">
                  <a16:creationId xmlns:a16="http://schemas.microsoft.com/office/drawing/2014/main" id="{E14FFAED-2386-4597-B0C6-7D4D6037978D}"/>
                </a:ext>
              </a:extLst>
            </p:cNvPr>
            <p:cNvSpPr/>
            <p:nvPr/>
          </p:nvSpPr>
          <p:spPr>
            <a:xfrm>
              <a:off x="3826511" y="6115197"/>
              <a:ext cx="75811" cy="20601"/>
            </a:xfrm>
            <a:custGeom>
              <a:avLst/>
              <a:gdLst/>
              <a:ahLst/>
              <a:cxnLst/>
              <a:rect l="l" t="t" r="r" b="b"/>
              <a:pathLst>
                <a:path w="102870" h="29209">
                  <a:moveTo>
                    <a:pt x="84015" y="9972"/>
                  </a:moveTo>
                  <a:lnTo>
                    <a:pt x="52563" y="9972"/>
                  </a:lnTo>
                  <a:lnTo>
                    <a:pt x="72400" y="14149"/>
                  </a:lnTo>
                  <a:lnTo>
                    <a:pt x="87479" y="20928"/>
                  </a:lnTo>
                  <a:lnTo>
                    <a:pt x="97397" y="26885"/>
                  </a:lnTo>
                  <a:lnTo>
                    <a:pt x="101756" y="28600"/>
                  </a:lnTo>
                  <a:lnTo>
                    <a:pt x="102667" y="27867"/>
                  </a:lnTo>
                  <a:lnTo>
                    <a:pt x="99651" y="21909"/>
                  </a:lnTo>
                  <a:lnTo>
                    <a:pt x="91484" y="15155"/>
                  </a:lnTo>
                  <a:lnTo>
                    <a:pt x="84426" y="10180"/>
                  </a:lnTo>
                  <a:lnTo>
                    <a:pt x="84015" y="9972"/>
                  </a:lnTo>
                  <a:close/>
                </a:path>
                <a:path w="102870" h="29209">
                  <a:moveTo>
                    <a:pt x="41660" y="0"/>
                  </a:moveTo>
                  <a:lnTo>
                    <a:pt x="4062" y="12936"/>
                  </a:lnTo>
                  <a:lnTo>
                    <a:pt x="0" y="18223"/>
                  </a:lnTo>
                  <a:lnTo>
                    <a:pt x="753" y="19113"/>
                  </a:lnTo>
                  <a:lnTo>
                    <a:pt x="5409" y="18223"/>
                  </a:lnTo>
                  <a:lnTo>
                    <a:pt x="16214" y="14237"/>
                  </a:lnTo>
                  <a:lnTo>
                    <a:pt x="32291" y="10385"/>
                  </a:lnTo>
                  <a:lnTo>
                    <a:pt x="52563" y="9972"/>
                  </a:lnTo>
                  <a:lnTo>
                    <a:pt x="84015" y="9972"/>
                  </a:lnTo>
                  <a:lnTo>
                    <a:pt x="75543" y="5702"/>
                  </a:lnTo>
                  <a:lnTo>
                    <a:pt x="65131" y="2199"/>
                  </a:lnTo>
                  <a:lnTo>
                    <a:pt x="53485" y="151"/>
                  </a:lnTo>
                  <a:lnTo>
                    <a:pt x="41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4" name="object 50">
              <a:extLst>
                <a:ext uri="{FF2B5EF4-FFF2-40B4-BE49-F238E27FC236}">
                  <a16:creationId xmlns:a16="http://schemas.microsoft.com/office/drawing/2014/main" id="{069B741B-9A7C-4F2F-A901-68E25B233001}"/>
                </a:ext>
              </a:extLst>
            </p:cNvPr>
            <p:cNvSpPr/>
            <p:nvPr/>
          </p:nvSpPr>
          <p:spPr>
            <a:xfrm>
              <a:off x="3823956" y="6171149"/>
              <a:ext cx="62240" cy="21498"/>
            </a:xfrm>
            <a:custGeom>
              <a:avLst/>
              <a:gdLst/>
              <a:ahLst/>
              <a:cxnLst/>
              <a:rect l="l" t="t" r="r" b="b"/>
              <a:pathLst>
                <a:path w="84454" h="30479">
                  <a:moveTo>
                    <a:pt x="61202" y="8517"/>
                  </a:moveTo>
                  <a:lnTo>
                    <a:pt x="13565" y="8517"/>
                  </a:lnTo>
                  <a:lnTo>
                    <a:pt x="27399" y="9064"/>
                  </a:lnTo>
                  <a:lnTo>
                    <a:pt x="43967" y="12090"/>
                  </a:lnTo>
                  <a:lnTo>
                    <a:pt x="59850" y="17723"/>
                  </a:lnTo>
                  <a:lnTo>
                    <a:pt x="72122" y="24145"/>
                  </a:lnTo>
                  <a:lnTo>
                    <a:pt x="80394" y="29071"/>
                  </a:lnTo>
                  <a:lnTo>
                    <a:pt x="84280" y="30216"/>
                  </a:lnTo>
                  <a:lnTo>
                    <a:pt x="83093" y="26339"/>
                  </a:lnTo>
                  <a:lnTo>
                    <a:pt x="76248" y="18525"/>
                  </a:lnTo>
                  <a:lnTo>
                    <a:pt x="63977" y="9642"/>
                  </a:lnTo>
                  <a:lnTo>
                    <a:pt x="61202" y="8517"/>
                  </a:lnTo>
                  <a:close/>
                </a:path>
                <a:path w="84454" h="30479">
                  <a:moveTo>
                    <a:pt x="27850" y="0"/>
                  </a:moveTo>
                  <a:lnTo>
                    <a:pt x="12787" y="1586"/>
                  </a:lnTo>
                  <a:lnTo>
                    <a:pt x="2959" y="4950"/>
                  </a:lnTo>
                  <a:lnTo>
                    <a:pt x="0" y="7724"/>
                  </a:lnTo>
                  <a:lnTo>
                    <a:pt x="3939" y="8665"/>
                  </a:lnTo>
                  <a:lnTo>
                    <a:pt x="13565" y="8517"/>
                  </a:lnTo>
                  <a:lnTo>
                    <a:pt x="61202" y="8517"/>
                  </a:lnTo>
                  <a:lnTo>
                    <a:pt x="46511" y="2562"/>
                  </a:lnTo>
                  <a:lnTo>
                    <a:pt x="27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5" name="object 51">
              <a:extLst>
                <a:ext uri="{FF2B5EF4-FFF2-40B4-BE49-F238E27FC236}">
                  <a16:creationId xmlns:a16="http://schemas.microsoft.com/office/drawing/2014/main" id="{AB958DA8-F19B-44A1-96E9-AACE5FCE6503}"/>
                </a:ext>
              </a:extLst>
            </p:cNvPr>
            <p:cNvSpPr/>
            <p:nvPr/>
          </p:nvSpPr>
          <p:spPr>
            <a:xfrm>
              <a:off x="3819417" y="6053528"/>
              <a:ext cx="98274" cy="23737"/>
            </a:xfrm>
            <a:custGeom>
              <a:avLst/>
              <a:gdLst/>
              <a:ahLst/>
              <a:cxnLst/>
              <a:rect l="l" t="t" r="r" b="b"/>
              <a:pathLst>
                <a:path w="133350" h="33654">
                  <a:moveTo>
                    <a:pt x="94456" y="9073"/>
                  </a:moveTo>
                  <a:lnTo>
                    <a:pt x="42109" y="9073"/>
                  </a:lnTo>
                  <a:lnTo>
                    <a:pt x="68322" y="11920"/>
                  </a:lnTo>
                  <a:lnTo>
                    <a:pt x="93905" y="18323"/>
                  </a:lnTo>
                  <a:lnTo>
                    <a:pt x="114068" y="26046"/>
                  </a:lnTo>
                  <a:lnTo>
                    <a:pt x="127570" y="32111"/>
                  </a:lnTo>
                  <a:lnTo>
                    <a:pt x="133168" y="33543"/>
                  </a:lnTo>
                  <a:lnTo>
                    <a:pt x="129701" y="28916"/>
                  </a:lnTo>
                  <a:lnTo>
                    <a:pt x="117258" y="19842"/>
                  </a:lnTo>
                  <a:lnTo>
                    <a:pt x="96993" y="9786"/>
                  </a:lnTo>
                  <a:lnTo>
                    <a:pt x="94456" y="9073"/>
                  </a:lnTo>
                  <a:close/>
                </a:path>
                <a:path w="133350" h="33654">
                  <a:moveTo>
                    <a:pt x="42174" y="0"/>
                  </a:moveTo>
                  <a:lnTo>
                    <a:pt x="19677" y="2419"/>
                  </a:lnTo>
                  <a:lnTo>
                    <a:pt x="4856" y="6624"/>
                  </a:lnTo>
                  <a:lnTo>
                    <a:pt x="0" y="9763"/>
                  </a:lnTo>
                  <a:lnTo>
                    <a:pt x="5751" y="10355"/>
                  </a:lnTo>
                  <a:lnTo>
                    <a:pt x="20520" y="9338"/>
                  </a:lnTo>
                  <a:lnTo>
                    <a:pt x="42109" y="9073"/>
                  </a:lnTo>
                  <a:lnTo>
                    <a:pt x="94456" y="9073"/>
                  </a:lnTo>
                  <a:lnTo>
                    <a:pt x="70060" y="2214"/>
                  </a:lnTo>
                  <a:lnTo>
                    <a:pt x="42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6" name="object 52">
              <a:extLst>
                <a:ext uri="{FF2B5EF4-FFF2-40B4-BE49-F238E27FC236}">
                  <a16:creationId xmlns:a16="http://schemas.microsoft.com/office/drawing/2014/main" id="{67D37F6C-30F6-48AD-A0E6-4F47CDFB050D}"/>
                </a:ext>
              </a:extLst>
            </p:cNvPr>
            <p:cNvSpPr/>
            <p:nvPr/>
          </p:nvSpPr>
          <p:spPr>
            <a:xfrm>
              <a:off x="3866940" y="5916572"/>
              <a:ext cx="107722" cy="988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7" name="object 53">
              <a:extLst>
                <a:ext uri="{FF2B5EF4-FFF2-40B4-BE49-F238E27FC236}">
                  <a16:creationId xmlns:a16="http://schemas.microsoft.com/office/drawing/2014/main" id="{725EA332-252F-4064-98B8-B666FE3D0AA0}"/>
                </a:ext>
              </a:extLst>
            </p:cNvPr>
            <p:cNvSpPr/>
            <p:nvPr/>
          </p:nvSpPr>
          <p:spPr>
            <a:xfrm>
              <a:off x="3791501" y="3983515"/>
              <a:ext cx="1027666" cy="1933916"/>
            </a:xfrm>
            <a:custGeom>
              <a:avLst/>
              <a:gdLst/>
              <a:ahLst/>
              <a:cxnLst/>
              <a:rect l="l" t="t" r="r" b="b"/>
              <a:pathLst>
                <a:path w="1394459" h="2741929">
                  <a:moveTo>
                    <a:pt x="942662" y="0"/>
                  </a:moveTo>
                  <a:lnTo>
                    <a:pt x="769138" y="398364"/>
                  </a:lnTo>
                  <a:lnTo>
                    <a:pt x="748197" y="1414187"/>
                  </a:lnTo>
                  <a:lnTo>
                    <a:pt x="0" y="2498751"/>
                  </a:lnTo>
                  <a:lnTo>
                    <a:pt x="352345" y="2741487"/>
                  </a:lnTo>
                  <a:lnTo>
                    <a:pt x="779897" y="2210047"/>
                  </a:lnTo>
                  <a:lnTo>
                    <a:pt x="1082860" y="1825502"/>
                  </a:lnTo>
                  <a:lnTo>
                    <a:pt x="1239522" y="1610411"/>
                  </a:lnTo>
                  <a:lnTo>
                    <a:pt x="1254241" y="1546779"/>
                  </a:lnTo>
                  <a:lnTo>
                    <a:pt x="1265818" y="1468926"/>
                  </a:lnTo>
                  <a:lnTo>
                    <a:pt x="1272015" y="1421155"/>
                  </a:lnTo>
                  <a:lnTo>
                    <a:pt x="1278432" y="1368282"/>
                  </a:lnTo>
                  <a:lnTo>
                    <a:pt x="1285027" y="1310901"/>
                  </a:lnTo>
                  <a:lnTo>
                    <a:pt x="1291761" y="1249608"/>
                  </a:lnTo>
                  <a:lnTo>
                    <a:pt x="1298594" y="1184997"/>
                  </a:lnTo>
                  <a:lnTo>
                    <a:pt x="1305485" y="1117663"/>
                  </a:lnTo>
                  <a:lnTo>
                    <a:pt x="1312394" y="1048202"/>
                  </a:lnTo>
                  <a:lnTo>
                    <a:pt x="1319281" y="977208"/>
                  </a:lnTo>
                  <a:lnTo>
                    <a:pt x="1326106" y="905277"/>
                  </a:lnTo>
                  <a:lnTo>
                    <a:pt x="1332828" y="833003"/>
                  </a:lnTo>
                  <a:lnTo>
                    <a:pt x="1339408" y="760982"/>
                  </a:lnTo>
                  <a:lnTo>
                    <a:pt x="1345805" y="689809"/>
                  </a:lnTo>
                  <a:lnTo>
                    <a:pt x="1351980" y="620078"/>
                  </a:lnTo>
                  <a:lnTo>
                    <a:pt x="1357891" y="552385"/>
                  </a:lnTo>
                  <a:lnTo>
                    <a:pt x="1363499" y="487325"/>
                  </a:lnTo>
                  <a:lnTo>
                    <a:pt x="1368763" y="425493"/>
                  </a:lnTo>
                  <a:lnTo>
                    <a:pt x="1373644" y="367483"/>
                  </a:lnTo>
                  <a:lnTo>
                    <a:pt x="1378102" y="313892"/>
                  </a:lnTo>
                  <a:lnTo>
                    <a:pt x="1382095" y="265313"/>
                  </a:lnTo>
                  <a:lnTo>
                    <a:pt x="1385584" y="222343"/>
                  </a:lnTo>
                  <a:lnTo>
                    <a:pt x="1390889" y="155606"/>
                  </a:lnTo>
                  <a:lnTo>
                    <a:pt x="1394062" y="112436"/>
                  </a:lnTo>
                  <a:lnTo>
                    <a:pt x="942662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8" name="object 54">
              <a:extLst>
                <a:ext uri="{FF2B5EF4-FFF2-40B4-BE49-F238E27FC236}">
                  <a16:creationId xmlns:a16="http://schemas.microsoft.com/office/drawing/2014/main" id="{43BDD05D-9748-43DA-B939-9C330D390549}"/>
                </a:ext>
              </a:extLst>
            </p:cNvPr>
            <p:cNvSpPr/>
            <p:nvPr/>
          </p:nvSpPr>
          <p:spPr>
            <a:xfrm>
              <a:off x="3941648" y="3866363"/>
              <a:ext cx="556418" cy="2211597"/>
            </a:xfrm>
            <a:custGeom>
              <a:avLst/>
              <a:gdLst/>
              <a:ahLst/>
              <a:cxnLst/>
              <a:rect l="l" t="t" r="r" b="b"/>
              <a:pathLst>
                <a:path w="755015" h="3135629">
                  <a:moveTo>
                    <a:pt x="133870" y="0"/>
                  </a:moveTo>
                  <a:lnTo>
                    <a:pt x="117402" y="45942"/>
                  </a:lnTo>
                  <a:lnTo>
                    <a:pt x="102727" y="89345"/>
                  </a:lnTo>
                  <a:lnTo>
                    <a:pt x="85475" y="142357"/>
                  </a:lnTo>
                  <a:lnTo>
                    <a:pt x="66935" y="201971"/>
                  </a:lnTo>
                  <a:lnTo>
                    <a:pt x="48394" y="265178"/>
                  </a:lnTo>
                  <a:lnTo>
                    <a:pt x="31143" y="328971"/>
                  </a:lnTo>
                  <a:lnTo>
                    <a:pt x="16467" y="390340"/>
                  </a:lnTo>
                  <a:lnTo>
                    <a:pt x="5657" y="446277"/>
                  </a:lnTo>
                  <a:lnTo>
                    <a:pt x="0" y="493775"/>
                  </a:lnTo>
                  <a:lnTo>
                    <a:pt x="35562" y="965921"/>
                  </a:lnTo>
                  <a:lnTo>
                    <a:pt x="122415" y="1867249"/>
                  </a:lnTo>
                  <a:lnTo>
                    <a:pt x="210925" y="2742155"/>
                  </a:lnTo>
                  <a:lnTo>
                    <a:pt x="251458" y="3135035"/>
                  </a:lnTo>
                  <a:lnTo>
                    <a:pt x="681246" y="3100701"/>
                  </a:lnTo>
                  <a:lnTo>
                    <a:pt x="569584" y="675843"/>
                  </a:lnTo>
                  <a:lnTo>
                    <a:pt x="755013" y="166099"/>
                  </a:lnTo>
                  <a:lnTo>
                    <a:pt x="133870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49" name="object 55">
              <a:extLst>
                <a:ext uri="{FF2B5EF4-FFF2-40B4-BE49-F238E27FC236}">
                  <a16:creationId xmlns:a16="http://schemas.microsoft.com/office/drawing/2014/main" id="{5FEF9581-73C5-41C6-9410-B19D78EA1E18}"/>
                </a:ext>
              </a:extLst>
            </p:cNvPr>
            <p:cNvSpPr/>
            <p:nvPr/>
          </p:nvSpPr>
          <p:spPr>
            <a:xfrm>
              <a:off x="3787138" y="4246540"/>
              <a:ext cx="918161" cy="1674597"/>
            </a:xfrm>
            <a:custGeom>
              <a:avLst/>
              <a:gdLst/>
              <a:ahLst/>
              <a:cxnLst/>
              <a:rect l="l" t="t" r="r" b="b"/>
              <a:pathLst>
                <a:path w="1245870" h="2374265">
                  <a:moveTo>
                    <a:pt x="750499" y="1039998"/>
                  </a:moveTo>
                  <a:lnTo>
                    <a:pt x="0" y="2126919"/>
                  </a:lnTo>
                  <a:lnTo>
                    <a:pt x="359078" y="2374053"/>
                  </a:lnTo>
                  <a:lnTo>
                    <a:pt x="365492" y="2366022"/>
                  </a:lnTo>
                  <a:lnTo>
                    <a:pt x="355099" y="2366022"/>
                  </a:lnTo>
                  <a:lnTo>
                    <a:pt x="357459" y="2363084"/>
                  </a:lnTo>
                  <a:lnTo>
                    <a:pt x="16938" y="2128249"/>
                  </a:lnTo>
                  <a:lnTo>
                    <a:pt x="9434" y="2128249"/>
                  </a:lnTo>
                  <a:lnTo>
                    <a:pt x="8345" y="2122322"/>
                  </a:lnTo>
                  <a:lnTo>
                    <a:pt x="13523" y="2122322"/>
                  </a:lnTo>
                  <a:lnTo>
                    <a:pt x="757746" y="1042523"/>
                  </a:lnTo>
                  <a:lnTo>
                    <a:pt x="757848" y="1041004"/>
                  </a:lnTo>
                  <a:lnTo>
                    <a:pt x="750427" y="1041004"/>
                  </a:lnTo>
                  <a:lnTo>
                    <a:pt x="750499" y="1039998"/>
                  </a:lnTo>
                  <a:close/>
                </a:path>
                <a:path w="1245870" h="2374265">
                  <a:moveTo>
                    <a:pt x="357459" y="2363084"/>
                  </a:moveTo>
                  <a:lnTo>
                    <a:pt x="355099" y="2366022"/>
                  </a:lnTo>
                  <a:lnTo>
                    <a:pt x="360564" y="2365226"/>
                  </a:lnTo>
                  <a:lnTo>
                    <a:pt x="357459" y="2363084"/>
                  </a:lnTo>
                  <a:close/>
                </a:path>
                <a:path w="1245870" h="2374265">
                  <a:moveTo>
                    <a:pt x="1245448" y="1261291"/>
                  </a:moveTo>
                  <a:lnTo>
                    <a:pt x="1178540" y="1342639"/>
                  </a:lnTo>
                  <a:lnTo>
                    <a:pt x="357459" y="2363084"/>
                  </a:lnTo>
                  <a:lnTo>
                    <a:pt x="360564" y="2365226"/>
                  </a:lnTo>
                  <a:lnTo>
                    <a:pt x="355099" y="2366022"/>
                  </a:lnTo>
                  <a:lnTo>
                    <a:pt x="365492" y="2366022"/>
                  </a:lnTo>
                  <a:lnTo>
                    <a:pt x="1180644" y="1344325"/>
                  </a:lnTo>
                  <a:lnTo>
                    <a:pt x="1229082" y="1282809"/>
                  </a:lnTo>
                  <a:lnTo>
                    <a:pt x="1241438" y="1266841"/>
                  </a:lnTo>
                  <a:lnTo>
                    <a:pt x="1244182" y="1263239"/>
                  </a:lnTo>
                  <a:lnTo>
                    <a:pt x="1245448" y="1261291"/>
                  </a:lnTo>
                  <a:close/>
                </a:path>
                <a:path w="1245870" h="2374265">
                  <a:moveTo>
                    <a:pt x="8345" y="2122322"/>
                  </a:moveTo>
                  <a:lnTo>
                    <a:pt x="9434" y="2128249"/>
                  </a:lnTo>
                  <a:lnTo>
                    <a:pt x="11854" y="2124742"/>
                  </a:lnTo>
                  <a:lnTo>
                    <a:pt x="8345" y="2122322"/>
                  </a:lnTo>
                  <a:close/>
                </a:path>
                <a:path w="1245870" h="2374265">
                  <a:moveTo>
                    <a:pt x="11854" y="2124742"/>
                  </a:moveTo>
                  <a:lnTo>
                    <a:pt x="9434" y="2128249"/>
                  </a:lnTo>
                  <a:lnTo>
                    <a:pt x="16938" y="2128249"/>
                  </a:lnTo>
                  <a:lnTo>
                    <a:pt x="11854" y="2124742"/>
                  </a:lnTo>
                  <a:close/>
                </a:path>
                <a:path w="1245870" h="2374265">
                  <a:moveTo>
                    <a:pt x="13523" y="2122322"/>
                  </a:moveTo>
                  <a:lnTo>
                    <a:pt x="8345" y="2122322"/>
                  </a:lnTo>
                  <a:lnTo>
                    <a:pt x="11854" y="2124742"/>
                  </a:lnTo>
                  <a:lnTo>
                    <a:pt x="13523" y="2122322"/>
                  </a:lnTo>
                  <a:close/>
                </a:path>
                <a:path w="1245870" h="2374265">
                  <a:moveTo>
                    <a:pt x="751076" y="1039162"/>
                  </a:moveTo>
                  <a:lnTo>
                    <a:pt x="750499" y="1039998"/>
                  </a:lnTo>
                  <a:lnTo>
                    <a:pt x="750427" y="1041004"/>
                  </a:lnTo>
                  <a:lnTo>
                    <a:pt x="751076" y="1039162"/>
                  </a:lnTo>
                  <a:close/>
                </a:path>
                <a:path w="1245870" h="2374265">
                  <a:moveTo>
                    <a:pt x="757972" y="1039162"/>
                  </a:moveTo>
                  <a:lnTo>
                    <a:pt x="751076" y="1039162"/>
                  </a:lnTo>
                  <a:lnTo>
                    <a:pt x="750427" y="1041004"/>
                  </a:lnTo>
                  <a:lnTo>
                    <a:pt x="757848" y="1041004"/>
                  </a:lnTo>
                  <a:lnTo>
                    <a:pt x="757972" y="1039162"/>
                  </a:lnTo>
                  <a:close/>
                </a:path>
                <a:path w="1245870" h="2374265">
                  <a:moveTo>
                    <a:pt x="826152" y="0"/>
                  </a:moveTo>
                  <a:lnTo>
                    <a:pt x="819911" y="74908"/>
                  </a:lnTo>
                  <a:lnTo>
                    <a:pt x="804237" y="286452"/>
                  </a:lnTo>
                  <a:lnTo>
                    <a:pt x="750499" y="1039998"/>
                  </a:lnTo>
                  <a:lnTo>
                    <a:pt x="751076" y="1039162"/>
                  </a:lnTo>
                  <a:lnTo>
                    <a:pt x="757972" y="1039162"/>
                  </a:lnTo>
                  <a:lnTo>
                    <a:pt x="808591" y="286158"/>
                  </a:lnTo>
                  <a:lnTo>
                    <a:pt x="822214" y="74751"/>
                  </a:lnTo>
                  <a:lnTo>
                    <a:pt x="825507" y="19077"/>
                  </a:lnTo>
                  <a:lnTo>
                    <a:pt x="826331" y="1622"/>
                  </a:lnTo>
                  <a:lnTo>
                    <a:pt x="826247" y="10"/>
                  </a:lnTo>
                  <a:close/>
                </a:path>
              </a:pathLst>
            </a:custGeom>
            <a:solidFill>
              <a:srgbClr val="375A6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0" name="object 56">
              <a:extLst>
                <a:ext uri="{FF2B5EF4-FFF2-40B4-BE49-F238E27FC236}">
                  <a16:creationId xmlns:a16="http://schemas.microsoft.com/office/drawing/2014/main" id="{9563C0D0-BBF9-4D87-B763-BAA030924DAD}"/>
                </a:ext>
              </a:extLst>
            </p:cNvPr>
            <p:cNvSpPr/>
            <p:nvPr/>
          </p:nvSpPr>
          <p:spPr>
            <a:xfrm>
              <a:off x="4143968" y="5906038"/>
              <a:ext cx="471716" cy="360090"/>
            </a:xfrm>
            <a:custGeom>
              <a:avLst/>
              <a:gdLst/>
              <a:ahLst/>
              <a:cxnLst/>
              <a:rect l="l" t="t" r="r" b="b"/>
              <a:pathLst>
                <a:path w="640079" h="510540">
                  <a:moveTo>
                    <a:pt x="316074" y="0"/>
                  </a:moveTo>
                  <a:lnTo>
                    <a:pt x="0" y="1863"/>
                  </a:lnTo>
                  <a:lnTo>
                    <a:pt x="6984" y="510508"/>
                  </a:lnTo>
                  <a:lnTo>
                    <a:pt x="639854" y="505052"/>
                  </a:lnTo>
                  <a:lnTo>
                    <a:pt x="632283" y="468271"/>
                  </a:lnTo>
                  <a:lnTo>
                    <a:pt x="595104" y="437368"/>
                  </a:lnTo>
                  <a:lnTo>
                    <a:pt x="497131" y="395565"/>
                  </a:lnTo>
                  <a:lnTo>
                    <a:pt x="307173" y="326084"/>
                  </a:lnTo>
                  <a:lnTo>
                    <a:pt x="316074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1" name="object 57">
              <a:extLst>
                <a:ext uri="{FF2B5EF4-FFF2-40B4-BE49-F238E27FC236}">
                  <a16:creationId xmlns:a16="http://schemas.microsoft.com/office/drawing/2014/main" id="{F307B619-66A2-457E-9843-4EE8428B81F7}"/>
                </a:ext>
              </a:extLst>
            </p:cNvPr>
            <p:cNvSpPr/>
            <p:nvPr/>
          </p:nvSpPr>
          <p:spPr>
            <a:xfrm>
              <a:off x="4212814" y="6117111"/>
              <a:ext cx="36034" cy="34486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24643" y="0"/>
                  </a:moveTo>
                  <a:lnTo>
                    <a:pt x="16776" y="1629"/>
                  </a:lnTo>
                  <a:lnTo>
                    <a:pt x="9502" y="5435"/>
                  </a:lnTo>
                  <a:lnTo>
                    <a:pt x="3328" y="12569"/>
                  </a:lnTo>
                  <a:lnTo>
                    <a:pt x="0" y="21370"/>
                  </a:lnTo>
                  <a:lnTo>
                    <a:pt x="212" y="30724"/>
                  </a:lnTo>
                  <a:lnTo>
                    <a:pt x="4294" y="39161"/>
                  </a:lnTo>
                  <a:lnTo>
                    <a:pt x="11327" y="45433"/>
                  </a:lnTo>
                  <a:lnTo>
                    <a:pt x="20111" y="48780"/>
                  </a:lnTo>
                  <a:lnTo>
                    <a:pt x="29446" y="48441"/>
                  </a:lnTo>
                  <a:lnTo>
                    <a:pt x="38119" y="43841"/>
                  </a:lnTo>
                  <a:lnTo>
                    <a:pt x="44911" y="35969"/>
                  </a:lnTo>
                  <a:lnTo>
                    <a:pt x="48590" y="26461"/>
                  </a:lnTo>
                  <a:lnTo>
                    <a:pt x="47928" y="16955"/>
                  </a:lnTo>
                  <a:lnTo>
                    <a:pt x="42608" y="8705"/>
                  </a:lnTo>
                  <a:lnTo>
                    <a:pt x="34267" y="2661"/>
                  </a:lnTo>
                  <a:lnTo>
                    <a:pt x="24643" y="0"/>
                  </a:lnTo>
                  <a:close/>
                </a:path>
                <a:path w="48895" h="48895">
                  <a:moveTo>
                    <a:pt x="17824" y="1081"/>
                  </a:moveTo>
                  <a:lnTo>
                    <a:pt x="15478" y="1898"/>
                  </a:lnTo>
                  <a:lnTo>
                    <a:pt x="16776" y="1629"/>
                  </a:lnTo>
                  <a:lnTo>
                    <a:pt x="17824" y="1081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2" name="object 58">
              <a:extLst>
                <a:ext uri="{FF2B5EF4-FFF2-40B4-BE49-F238E27FC236}">
                  <a16:creationId xmlns:a16="http://schemas.microsoft.com/office/drawing/2014/main" id="{35A8D692-3C26-4838-B078-75C39802F9DC}"/>
                </a:ext>
              </a:extLst>
            </p:cNvPr>
            <p:cNvSpPr/>
            <p:nvPr/>
          </p:nvSpPr>
          <p:spPr>
            <a:xfrm>
              <a:off x="4149115" y="6248018"/>
              <a:ext cx="467504" cy="0"/>
            </a:xfrm>
            <a:custGeom>
              <a:avLst/>
              <a:gdLst/>
              <a:ahLst/>
              <a:cxnLst/>
              <a:rect l="l" t="t" r="r" b="b"/>
              <a:pathLst>
                <a:path w="634365">
                  <a:moveTo>
                    <a:pt x="0" y="0"/>
                  </a:moveTo>
                  <a:lnTo>
                    <a:pt x="634166" y="0"/>
                  </a:lnTo>
                </a:path>
              </a:pathLst>
            </a:custGeom>
            <a:ln w="51296">
              <a:solidFill>
                <a:srgbClr val="375A64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3" name="object 59">
              <a:extLst>
                <a:ext uri="{FF2B5EF4-FFF2-40B4-BE49-F238E27FC236}">
                  <a16:creationId xmlns:a16="http://schemas.microsoft.com/office/drawing/2014/main" id="{4D749506-FFB9-4687-9C38-682976E7F1FE}"/>
                </a:ext>
              </a:extLst>
            </p:cNvPr>
            <p:cNvSpPr/>
            <p:nvPr/>
          </p:nvSpPr>
          <p:spPr>
            <a:xfrm>
              <a:off x="4335682" y="6131759"/>
              <a:ext cx="42585" cy="27768"/>
            </a:xfrm>
            <a:custGeom>
              <a:avLst/>
              <a:gdLst/>
              <a:ahLst/>
              <a:cxnLst/>
              <a:rect l="l" t="t" r="r" b="b"/>
              <a:pathLst>
                <a:path w="57784" h="39370">
                  <a:moveTo>
                    <a:pt x="46169" y="0"/>
                  </a:moveTo>
                  <a:lnTo>
                    <a:pt x="9423" y="18168"/>
                  </a:lnTo>
                  <a:lnTo>
                    <a:pt x="0" y="35949"/>
                  </a:lnTo>
                  <a:lnTo>
                    <a:pt x="667" y="39360"/>
                  </a:lnTo>
                  <a:lnTo>
                    <a:pt x="3762" y="37802"/>
                  </a:lnTo>
                  <a:lnTo>
                    <a:pt x="8946" y="32476"/>
                  </a:lnTo>
                  <a:lnTo>
                    <a:pt x="16480" y="25110"/>
                  </a:lnTo>
                  <a:lnTo>
                    <a:pt x="26625" y="17434"/>
                  </a:lnTo>
                  <a:lnTo>
                    <a:pt x="37780" y="11327"/>
                  </a:lnTo>
                  <a:lnTo>
                    <a:pt x="47586" y="7473"/>
                  </a:lnTo>
                  <a:lnTo>
                    <a:pt x="54571" y="4926"/>
                  </a:lnTo>
                  <a:lnTo>
                    <a:pt x="57262" y="2743"/>
                  </a:lnTo>
                  <a:lnTo>
                    <a:pt x="54425" y="739"/>
                  </a:lnTo>
                  <a:lnTo>
                    <a:pt x="46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4" name="object 60">
              <a:extLst>
                <a:ext uri="{FF2B5EF4-FFF2-40B4-BE49-F238E27FC236}">
                  <a16:creationId xmlns:a16="http://schemas.microsoft.com/office/drawing/2014/main" id="{CFBD42E0-FB98-4736-8169-8A3F4C341071}"/>
                </a:ext>
              </a:extLst>
            </p:cNvPr>
            <p:cNvSpPr/>
            <p:nvPr/>
          </p:nvSpPr>
          <p:spPr>
            <a:xfrm>
              <a:off x="4396468" y="6151792"/>
              <a:ext cx="30886" cy="35382"/>
            </a:xfrm>
            <a:custGeom>
              <a:avLst/>
              <a:gdLst/>
              <a:ahLst/>
              <a:cxnLst/>
              <a:rect l="l" t="t" r="r" b="b"/>
              <a:pathLst>
                <a:path w="41909" h="50165">
                  <a:moveTo>
                    <a:pt x="38300" y="0"/>
                  </a:moveTo>
                  <a:lnTo>
                    <a:pt x="2818" y="28092"/>
                  </a:lnTo>
                  <a:lnTo>
                    <a:pt x="0" y="39035"/>
                  </a:lnTo>
                  <a:lnTo>
                    <a:pt x="203" y="46859"/>
                  </a:lnTo>
                  <a:lnTo>
                    <a:pt x="2027" y="49639"/>
                  </a:lnTo>
                  <a:lnTo>
                    <a:pt x="4375" y="47292"/>
                  </a:lnTo>
                  <a:lnTo>
                    <a:pt x="7337" y="41054"/>
                  </a:lnTo>
                  <a:lnTo>
                    <a:pt x="11738" y="32383"/>
                  </a:lnTo>
                  <a:lnTo>
                    <a:pt x="18403" y="22739"/>
                  </a:lnTo>
                  <a:lnTo>
                    <a:pt x="26481" y="14244"/>
                  </a:lnTo>
                  <a:lnTo>
                    <a:pt x="34070" y="8163"/>
                  </a:lnTo>
                  <a:lnTo>
                    <a:pt x="39575" y="3991"/>
                  </a:lnTo>
                  <a:lnTo>
                    <a:pt x="41397" y="1221"/>
                  </a:lnTo>
                  <a:lnTo>
                    <a:pt x="38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5" name="object 61">
              <a:extLst>
                <a:ext uri="{FF2B5EF4-FFF2-40B4-BE49-F238E27FC236}">
                  <a16:creationId xmlns:a16="http://schemas.microsoft.com/office/drawing/2014/main" id="{D8CC843C-5287-468A-BB44-62F0717FB5E6}"/>
                </a:ext>
              </a:extLst>
            </p:cNvPr>
            <p:cNvSpPr/>
            <p:nvPr/>
          </p:nvSpPr>
          <p:spPr>
            <a:xfrm>
              <a:off x="4452540" y="6170965"/>
              <a:ext cx="20591" cy="37621"/>
            </a:xfrm>
            <a:custGeom>
              <a:avLst/>
              <a:gdLst/>
              <a:ahLst/>
              <a:cxnLst/>
              <a:rect l="l" t="t" r="r" b="b"/>
              <a:pathLst>
                <a:path w="27940" h="53340">
                  <a:moveTo>
                    <a:pt x="24606" y="0"/>
                  </a:moveTo>
                  <a:lnTo>
                    <a:pt x="483" y="33665"/>
                  </a:lnTo>
                  <a:lnTo>
                    <a:pt x="0" y="43927"/>
                  </a:lnTo>
                  <a:lnTo>
                    <a:pt x="1503" y="50878"/>
                  </a:lnTo>
                  <a:lnTo>
                    <a:pt x="3696" y="53156"/>
                  </a:lnTo>
                  <a:lnTo>
                    <a:pt x="5692" y="50713"/>
                  </a:lnTo>
                  <a:lnTo>
                    <a:pt x="7582" y="44612"/>
                  </a:lnTo>
                  <a:lnTo>
                    <a:pt x="10117" y="35967"/>
                  </a:lnTo>
                  <a:lnTo>
                    <a:pt x="14051" y="25890"/>
                  </a:lnTo>
                  <a:lnTo>
                    <a:pt x="19048" y="16297"/>
                  </a:lnTo>
                  <a:lnTo>
                    <a:pt x="23885" y="8702"/>
                  </a:lnTo>
                  <a:lnTo>
                    <a:pt x="27231" y="3267"/>
                  </a:lnTo>
                  <a:lnTo>
                    <a:pt x="27758" y="153"/>
                  </a:lnTo>
                  <a:lnTo>
                    <a:pt x="24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6" name="object 62">
              <a:extLst>
                <a:ext uri="{FF2B5EF4-FFF2-40B4-BE49-F238E27FC236}">
                  <a16:creationId xmlns:a16="http://schemas.microsoft.com/office/drawing/2014/main" id="{84F8E4ED-270A-4BE8-BCB4-5AACD39D75FF}"/>
                </a:ext>
              </a:extLst>
            </p:cNvPr>
            <p:cNvSpPr/>
            <p:nvPr/>
          </p:nvSpPr>
          <p:spPr>
            <a:xfrm>
              <a:off x="4324957" y="6073566"/>
              <a:ext cx="48669" cy="11197"/>
            </a:xfrm>
            <a:custGeom>
              <a:avLst/>
              <a:gdLst/>
              <a:ahLst/>
              <a:cxnLst/>
              <a:rect l="l" t="t" r="r" b="b"/>
              <a:pathLst>
                <a:path w="66040" h="15875">
                  <a:moveTo>
                    <a:pt x="31946" y="0"/>
                  </a:moveTo>
                  <a:lnTo>
                    <a:pt x="18015" y="2583"/>
                  </a:lnTo>
                  <a:lnTo>
                    <a:pt x="7574" y="7179"/>
                  </a:lnTo>
                  <a:lnTo>
                    <a:pt x="1332" y="11949"/>
                  </a:lnTo>
                  <a:lnTo>
                    <a:pt x="0" y="15057"/>
                  </a:lnTo>
                  <a:lnTo>
                    <a:pt x="3333" y="15633"/>
                  </a:lnTo>
                  <a:lnTo>
                    <a:pt x="20408" y="12194"/>
                  </a:lnTo>
                  <a:lnTo>
                    <a:pt x="32658" y="10732"/>
                  </a:lnTo>
                  <a:lnTo>
                    <a:pt x="44989" y="10561"/>
                  </a:lnTo>
                  <a:lnTo>
                    <a:pt x="65510" y="10561"/>
                  </a:lnTo>
                  <a:lnTo>
                    <a:pt x="63865" y="7805"/>
                  </a:lnTo>
                  <a:lnTo>
                    <a:pt x="57046" y="3899"/>
                  </a:lnTo>
                  <a:lnTo>
                    <a:pt x="46091" y="721"/>
                  </a:lnTo>
                  <a:lnTo>
                    <a:pt x="31946" y="0"/>
                  </a:lnTo>
                  <a:close/>
                </a:path>
                <a:path w="66040" h="15875">
                  <a:moveTo>
                    <a:pt x="65510" y="10561"/>
                  </a:moveTo>
                  <a:lnTo>
                    <a:pt x="44989" y="10561"/>
                  </a:lnTo>
                  <a:lnTo>
                    <a:pt x="62368" y="11719"/>
                  </a:lnTo>
                  <a:lnTo>
                    <a:pt x="65532" y="10732"/>
                  </a:lnTo>
                  <a:lnTo>
                    <a:pt x="65510" y="105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7" name="object 63">
              <a:extLst>
                <a:ext uri="{FF2B5EF4-FFF2-40B4-BE49-F238E27FC236}">
                  <a16:creationId xmlns:a16="http://schemas.microsoft.com/office/drawing/2014/main" id="{6091ABA8-127D-4291-B4EE-9CD019FB0E35}"/>
                </a:ext>
              </a:extLst>
            </p:cNvPr>
            <p:cNvSpPr/>
            <p:nvPr/>
          </p:nvSpPr>
          <p:spPr>
            <a:xfrm>
              <a:off x="4169368" y="2254765"/>
              <a:ext cx="369230" cy="240508"/>
            </a:xfrm>
            <a:custGeom>
              <a:avLst/>
              <a:gdLst/>
              <a:ahLst/>
              <a:cxnLst/>
              <a:rect l="l" t="t" r="r" b="b"/>
              <a:pathLst>
                <a:path w="501015" h="340995">
                  <a:moveTo>
                    <a:pt x="439405" y="0"/>
                  </a:moveTo>
                  <a:lnTo>
                    <a:pt x="376428" y="3044"/>
                  </a:lnTo>
                  <a:lnTo>
                    <a:pt x="282872" y="34963"/>
                  </a:lnTo>
                  <a:lnTo>
                    <a:pt x="228202" y="58378"/>
                  </a:lnTo>
                  <a:lnTo>
                    <a:pt x="162330" y="101662"/>
                  </a:lnTo>
                  <a:lnTo>
                    <a:pt x="0" y="222430"/>
                  </a:lnTo>
                  <a:lnTo>
                    <a:pt x="77097" y="339275"/>
                  </a:lnTo>
                  <a:lnTo>
                    <a:pt x="121806" y="340782"/>
                  </a:lnTo>
                  <a:lnTo>
                    <a:pt x="147939" y="338066"/>
                  </a:lnTo>
                  <a:lnTo>
                    <a:pt x="184894" y="308375"/>
                  </a:lnTo>
                  <a:lnTo>
                    <a:pt x="226991" y="247059"/>
                  </a:lnTo>
                  <a:lnTo>
                    <a:pt x="245615" y="211572"/>
                  </a:lnTo>
                  <a:lnTo>
                    <a:pt x="294137" y="208441"/>
                  </a:lnTo>
                  <a:lnTo>
                    <a:pt x="383426" y="208441"/>
                  </a:lnTo>
                  <a:lnTo>
                    <a:pt x="383577" y="205482"/>
                  </a:lnTo>
                  <a:lnTo>
                    <a:pt x="383528" y="191430"/>
                  </a:lnTo>
                  <a:lnTo>
                    <a:pt x="383285" y="178309"/>
                  </a:lnTo>
                  <a:lnTo>
                    <a:pt x="383140" y="172515"/>
                  </a:lnTo>
                  <a:lnTo>
                    <a:pt x="389434" y="152502"/>
                  </a:lnTo>
                  <a:lnTo>
                    <a:pt x="366121" y="103626"/>
                  </a:lnTo>
                  <a:lnTo>
                    <a:pt x="330199" y="79984"/>
                  </a:lnTo>
                  <a:lnTo>
                    <a:pt x="386606" y="51398"/>
                  </a:lnTo>
                  <a:lnTo>
                    <a:pt x="472025" y="51398"/>
                  </a:lnTo>
                  <a:lnTo>
                    <a:pt x="491220" y="49071"/>
                  </a:lnTo>
                  <a:lnTo>
                    <a:pt x="500407" y="34495"/>
                  </a:lnTo>
                  <a:lnTo>
                    <a:pt x="494309" y="5201"/>
                  </a:lnTo>
                  <a:lnTo>
                    <a:pt x="462340" y="1468"/>
                  </a:lnTo>
                  <a:lnTo>
                    <a:pt x="439405" y="0"/>
                  </a:lnTo>
                  <a:close/>
                </a:path>
                <a:path w="501015" h="340995">
                  <a:moveTo>
                    <a:pt x="342050" y="261832"/>
                  </a:moveTo>
                  <a:lnTo>
                    <a:pt x="291519" y="261832"/>
                  </a:lnTo>
                  <a:lnTo>
                    <a:pt x="297059" y="267779"/>
                  </a:lnTo>
                  <a:lnTo>
                    <a:pt x="305371" y="273780"/>
                  </a:lnTo>
                  <a:lnTo>
                    <a:pt x="314994" y="276105"/>
                  </a:lnTo>
                  <a:lnTo>
                    <a:pt x="324795" y="274701"/>
                  </a:lnTo>
                  <a:lnTo>
                    <a:pt x="333644" y="269517"/>
                  </a:lnTo>
                  <a:lnTo>
                    <a:pt x="342050" y="261832"/>
                  </a:lnTo>
                  <a:close/>
                </a:path>
                <a:path w="501015" h="340995">
                  <a:moveTo>
                    <a:pt x="383426" y="208441"/>
                  </a:moveTo>
                  <a:lnTo>
                    <a:pt x="294137" y="208441"/>
                  </a:lnTo>
                  <a:lnTo>
                    <a:pt x="272515" y="225902"/>
                  </a:lnTo>
                  <a:lnTo>
                    <a:pt x="262046" y="236614"/>
                  </a:lnTo>
                  <a:lnTo>
                    <a:pt x="259796" y="244980"/>
                  </a:lnTo>
                  <a:lnTo>
                    <a:pt x="262829" y="255403"/>
                  </a:lnTo>
                  <a:lnTo>
                    <a:pt x="269954" y="263669"/>
                  </a:lnTo>
                  <a:lnTo>
                    <a:pt x="279522" y="265073"/>
                  </a:lnTo>
                  <a:lnTo>
                    <a:pt x="287917" y="263248"/>
                  </a:lnTo>
                  <a:lnTo>
                    <a:pt x="291519" y="261832"/>
                  </a:lnTo>
                  <a:lnTo>
                    <a:pt x="342050" y="261832"/>
                  </a:lnTo>
                  <a:lnTo>
                    <a:pt x="349249" y="255250"/>
                  </a:lnTo>
                  <a:lnTo>
                    <a:pt x="364761" y="239817"/>
                  </a:lnTo>
                  <a:lnTo>
                    <a:pt x="377087" y="225373"/>
                  </a:lnTo>
                  <a:lnTo>
                    <a:pt x="383140" y="214074"/>
                  </a:lnTo>
                  <a:lnTo>
                    <a:pt x="383426" y="208441"/>
                  </a:lnTo>
                  <a:close/>
                </a:path>
                <a:path w="501015" h="340995">
                  <a:moveTo>
                    <a:pt x="472025" y="51398"/>
                  </a:moveTo>
                  <a:lnTo>
                    <a:pt x="386606" y="51398"/>
                  </a:lnTo>
                  <a:lnTo>
                    <a:pt x="456652" y="53262"/>
                  </a:lnTo>
                  <a:lnTo>
                    <a:pt x="472025" y="51398"/>
                  </a:lnTo>
                  <a:close/>
                </a:path>
              </a:pathLst>
            </a:custGeom>
            <a:solidFill>
              <a:srgbClr val="FFC19D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8" name="object 64">
              <a:extLst>
                <a:ext uri="{FF2B5EF4-FFF2-40B4-BE49-F238E27FC236}">
                  <a16:creationId xmlns:a16="http://schemas.microsoft.com/office/drawing/2014/main" id="{00D2C98C-D971-4916-9845-DAE8ADF2832C}"/>
                </a:ext>
              </a:extLst>
            </p:cNvPr>
            <p:cNvSpPr/>
            <p:nvPr/>
          </p:nvSpPr>
          <p:spPr>
            <a:xfrm>
              <a:off x="4362402" y="2303541"/>
              <a:ext cx="90447" cy="13872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59" name="object 65">
              <a:extLst>
                <a:ext uri="{FF2B5EF4-FFF2-40B4-BE49-F238E27FC236}">
                  <a16:creationId xmlns:a16="http://schemas.microsoft.com/office/drawing/2014/main" id="{85F145C5-C73E-4B99-AF9D-4D1BE32DF771}"/>
                </a:ext>
              </a:extLst>
            </p:cNvPr>
            <p:cNvSpPr/>
            <p:nvPr/>
          </p:nvSpPr>
          <p:spPr>
            <a:xfrm>
              <a:off x="4335368" y="2252963"/>
              <a:ext cx="202164" cy="58671"/>
            </a:xfrm>
            <a:custGeom>
              <a:avLst/>
              <a:gdLst/>
              <a:ahLst/>
              <a:cxnLst/>
              <a:rect l="l" t="t" r="r" b="b"/>
              <a:pathLst>
                <a:path w="274320" h="83185">
                  <a:moveTo>
                    <a:pt x="163241" y="48438"/>
                  </a:moveTo>
                  <a:lnTo>
                    <a:pt x="119964" y="72783"/>
                  </a:lnTo>
                  <a:lnTo>
                    <a:pt x="110017" y="78594"/>
                  </a:lnTo>
                  <a:lnTo>
                    <a:pt x="104677" y="82028"/>
                  </a:lnTo>
                  <a:lnTo>
                    <a:pt x="105221" y="83055"/>
                  </a:lnTo>
                  <a:lnTo>
                    <a:pt x="111075" y="80594"/>
                  </a:lnTo>
                  <a:lnTo>
                    <a:pt x="121483" y="75683"/>
                  </a:lnTo>
                  <a:lnTo>
                    <a:pt x="164565" y="54481"/>
                  </a:lnTo>
                  <a:lnTo>
                    <a:pt x="163712" y="54427"/>
                  </a:lnTo>
                  <a:lnTo>
                    <a:pt x="165356" y="54092"/>
                  </a:lnTo>
                  <a:lnTo>
                    <a:pt x="213057" y="54092"/>
                  </a:lnTo>
                  <a:lnTo>
                    <a:pt x="221197" y="53223"/>
                  </a:lnTo>
                  <a:lnTo>
                    <a:pt x="229293" y="51841"/>
                  </a:lnTo>
                  <a:lnTo>
                    <a:pt x="237528" y="49858"/>
                  </a:lnTo>
                  <a:lnTo>
                    <a:pt x="240566" y="48837"/>
                  </a:lnTo>
                  <a:lnTo>
                    <a:pt x="176898" y="48837"/>
                  </a:lnTo>
                  <a:lnTo>
                    <a:pt x="164225" y="48480"/>
                  </a:lnTo>
                  <a:lnTo>
                    <a:pt x="163241" y="48438"/>
                  </a:lnTo>
                  <a:close/>
                </a:path>
                <a:path w="274320" h="83185">
                  <a:moveTo>
                    <a:pt x="163157" y="0"/>
                  </a:moveTo>
                  <a:lnTo>
                    <a:pt x="155387" y="774"/>
                  </a:lnTo>
                  <a:lnTo>
                    <a:pt x="147000" y="1853"/>
                  </a:lnTo>
                  <a:lnTo>
                    <a:pt x="140498" y="4816"/>
                  </a:lnTo>
                  <a:lnTo>
                    <a:pt x="133702" y="7036"/>
                  </a:lnTo>
                  <a:lnTo>
                    <a:pt x="96069" y="21229"/>
                  </a:lnTo>
                  <a:lnTo>
                    <a:pt x="49463" y="39982"/>
                  </a:lnTo>
                  <a:lnTo>
                    <a:pt x="5936" y="58689"/>
                  </a:lnTo>
                  <a:lnTo>
                    <a:pt x="0" y="61642"/>
                  </a:lnTo>
                  <a:lnTo>
                    <a:pt x="439" y="62752"/>
                  </a:lnTo>
                  <a:lnTo>
                    <a:pt x="6795" y="60835"/>
                  </a:lnTo>
                  <a:lnTo>
                    <a:pt x="18104" y="56951"/>
                  </a:lnTo>
                  <a:lnTo>
                    <a:pt x="41843" y="48438"/>
                  </a:lnTo>
                  <a:lnTo>
                    <a:pt x="98582" y="27889"/>
                  </a:lnTo>
                  <a:lnTo>
                    <a:pt x="136299" y="14502"/>
                  </a:lnTo>
                  <a:lnTo>
                    <a:pt x="142906" y="12407"/>
                  </a:lnTo>
                  <a:lnTo>
                    <a:pt x="149911" y="9580"/>
                  </a:lnTo>
                  <a:lnTo>
                    <a:pt x="156277" y="8921"/>
                  </a:lnTo>
                  <a:lnTo>
                    <a:pt x="163241" y="8303"/>
                  </a:lnTo>
                  <a:lnTo>
                    <a:pt x="274212" y="8303"/>
                  </a:lnTo>
                  <a:lnTo>
                    <a:pt x="274274" y="7539"/>
                  </a:lnTo>
                  <a:lnTo>
                    <a:pt x="226307" y="2900"/>
                  </a:lnTo>
                  <a:lnTo>
                    <a:pt x="178549" y="167"/>
                  </a:lnTo>
                  <a:lnTo>
                    <a:pt x="163157" y="0"/>
                  </a:lnTo>
                  <a:close/>
                </a:path>
                <a:path w="274320" h="83185">
                  <a:moveTo>
                    <a:pt x="213057" y="54092"/>
                  </a:moveTo>
                  <a:lnTo>
                    <a:pt x="165356" y="54092"/>
                  </a:lnTo>
                  <a:lnTo>
                    <a:pt x="164565" y="54481"/>
                  </a:lnTo>
                  <a:lnTo>
                    <a:pt x="176737" y="55252"/>
                  </a:lnTo>
                  <a:lnTo>
                    <a:pt x="190695" y="55490"/>
                  </a:lnTo>
                  <a:lnTo>
                    <a:pt x="205533" y="54895"/>
                  </a:lnTo>
                  <a:lnTo>
                    <a:pt x="213057" y="54092"/>
                  </a:lnTo>
                  <a:close/>
                </a:path>
                <a:path w="274320" h="83185">
                  <a:moveTo>
                    <a:pt x="165356" y="54092"/>
                  </a:moveTo>
                  <a:lnTo>
                    <a:pt x="163712" y="54427"/>
                  </a:lnTo>
                  <a:lnTo>
                    <a:pt x="164565" y="54481"/>
                  </a:lnTo>
                  <a:lnTo>
                    <a:pt x="165356" y="54092"/>
                  </a:lnTo>
                  <a:close/>
                </a:path>
                <a:path w="274320" h="83185">
                  <a:moveTo>
                    <a:pt x="273947" y="11559"/>
                  </a:moveTo>
                  <a:lnTo>
                    <a:pt x="265573" y="11559"/>
                  </a:lnTo>
                  <a:lnTo>
                    <a:pt x="269321" y="15486"/>
                  </a:lnTo>
                  <a:lnTo>
                    <a:pt x="265229" y="15486"/>
                  </a:lnTo>
                  <a:lnTo>
                    <a:pt x="235355" y="42319"/>
                  </a:lnTo>
                  <a:lnTo>
                    <a:pt x="190536" y="48656"/>
                  </a:lnTo>
                  <a:lnTo>
                    <a:pt x="176898" y="48837"/>
                  </a:lnTo>
                  <a:lnTo>
                    <a:pt x="240566" y="48837"/>
                  </a:lnTo>
                  <a:lnTo>
                    <a:pt x="268609" y="30742"/>
                  </a:lnTo>
                  <a:lnTo>
                    <a:pt x="270745" y="28124"/>
                  </a:lnTo>
                  <a:lnTo>
                    <a:pt x="271562" y="24533"/>
                  </a:lnTo>
                  <a:lnTo>
                    <a:pt x="272986" y="21381"/>
                  </a:lnTo>
                  <a:lnTo>
                    <a:pt x="273625" y="18020"/>
                  </a:lnTo>
                  <a:lnTo>
                    <a:pt x="273685" y="15486"/>
                  </a:lnTo>
                  <a:lnTo>
                    <a:pt x="269321" y="15486"/>
                  </a:lnTo>
                  <a:lnTo>
                    <a:pt x="265262" y="15112"/>
                  </a:lnTo>
                  <a:lnTo>
                    <a:pt x="273694" y="15112"/>
                  </a:lnTo>
                  <a:lnTo>
                    <a:pt x="273731" y="14225"/>
                  </a:lnTo>
                  <a:lnTo>
                    <a:pt x="273947" y="11559"/>
                  </a:lnTo>
                  <a:close/>
                </a:path>
                <a:path w="274320" h="83185">
                  <a:moveTo>
                    <a:pt x="265573" y="11559"/>
                  </a:moveTo>
                  <a:lnTo>
                    <a:pt x="265262" y="15112"/>
                  </a:lnTo>
                  <a:lnTo>
                    <a:pt x="269321" y="15486"/>
                  </a:lnTo>
                  <a:lnTo>
                    <a:pt x="265573" y="11559"/>
                  </a:lnTo>
                  <a:close/>
                </a:path>
                <a:path w="274320" h="83185">
                  <a:moveTo>
                    <a:pt x="274212" y="8303"/>
                  </a:moveTo>
                  <a:lnTo>
                    <a:pt x="163241" y="8303"/>
                  </a:lnTo>
                  <a:lnTo>
                    <a:pt x="178340" y="8586"/>
                  </a:lnTo>
                  <a:lnTo>
                    <a:pt x="189874" y="9056"/>
                  </a:lnTo>
                  <a:lnTo>
                    <a:pt x="201612" y="9719"/>
                  </a:lnTo>
                  <a:lnTo>
                    <a:pt x="225616" y="11465"/>
                  </a:lnTo>
                  <a:lnTo>
                    <a:pt x="265262" y="15112"/>
                  </a:lnTo>
                  <a:lnTo>
                    <a:pt x="265573" y="11559"/>
                  </a:lnTo>
                  <a:lnTo>
                    <a:pt x="273947" y="11559"/>
                  </a:lnTo>
                  <a:lnTo>
                    <a:pt x="274212" y="8303"/>
                  </a:lnTo>
                  <a:close/>
                </a:path>
              </a:pathLst>
            </a:custGeom>
            <a:solidFill>
              <a:srgbClr val="FF9C6A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0" name="object 66">
              <a:extLst>
                <a:ext uri="{FF2B5EF4-FFF2-40B4-BE49-F238E27FC236}">
                  <a16:creationId xmlns:a16="http://schemas.microsoft.com/office/drawing/2014/main" id="{A1CB69A9-E4F2-471B-9A67-3C470C717FC5}"/>
                </a:ext>
              </a:extLst>
            </p:cNvPr>
            <p:cNvSpPr/>
            <p:nvPr/>
          </p:nvSpPr>
          <p:spPr>
            <a:xfrm>
              <a:off x="5289497" y="3001865"/>
              <a:ext cx="0" cy="81065"/>
            </a:xfrm>
            <a:custGeom>
              <a:avLst/>
              <a:gdLst/>
              <a:ahLst/>
              <a:cxnLst/>
              <a:rect l="l" t="t" r="r" b="b"/>
              <a:pathLst>
                <a:path h="114935">
                  <a:moveTo>
                    <a:pt x="0" y="0"/>
                  </a:moveTo>
                  <a:lnTo>
                    <a:pt x="0" y="114656"/>
                  </a:lnTo>
                </a:path>
              </a:pathLst>
            </a:custGeom>
            <a:ln w="14726">
              <a:solidFill>
                <a:srgbClr val="FF9C6A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1" name="object 67">
              <a:extLst>
                <a:ext uri="{FF2B5EF4-FFF2-40B4-BE49-F238E27FC236}">
                  <a16:creationId xmlns:a16="http://schemas.microsoft.com/office/drawing/2014/main" id="{DA2A9527-76C6-4164-9B19-38330902FB52}"/>
                </a:ext>
              </a:extLst>
            </p:cNvPr>
            <p:cNvSpPr/>
            <p:nvPr/>
          </p:nvSpPr>
          <p:spPr>
            <a:xfrm>
              <a:off x="4897847" y="2906386"/>
              <a:ext cx="677623" cy="476985"/>
            </a:xfrm>
            <a:custGeom>
              <a:avLst/>
              <a:gdLst/>
              <a:ahLst/>
              <a:cxnLst/>
              <a:rect l="l" t="t" r="r" b="b"/>
              <a:pathLst>
                <a:path w="919479" h="676275">
                  <a:moveTo>
                    <a:pt x="66186" y="0"/>
                  </a:moveTo>
                  <a:lnTo>
                    <a:pt x="0" y="505743"/>
                  </a:lnTo>
                  <a:lnTo>
                    <a:pt x="607363" y="658650"/>
                  </a:lnTo>
                  <a:lnTo>
                    <a:pt x="699850" y="672247"/>
                  </a:lnTo>
                  <a:lnTo>
                    <a:pt x="764035" y="675833"/>
                  </a:lnTo>
                  <a:lnTo>
                    <a:pt x="826144" y="672953"/>
                  </a:lnTo>
                  <a:lnTo>
                    <a:pt x="875648" y="660367"/>
                  </a:lnTo>
                  <a:lnTo>
                    <a:pt x="912092" y="638744"/>
                  </a:lnTo>
                  <a:lnTo>
                    <a:pt x="919159" y="603177"/>
                  </a:lnTo>
                  <a:lnTo>
                    <a:pt x="892274" y="528145"/>
                  </a:lnTo>
                  <a:lnTo>
                    <a:pt x="826864" y="388124"/>
                  </a:lnTo>
                  <a:lnTo>
                    <a:pt x="259887" y="66427"/>
                  </a:lnTo>
                  <a:lnTo>
                    <a:pt x="216318" y="47433"/>
                  </a:lnTo>
                  <a:lnTo>
                    <a:pt x="66186" y="0"/>
                  </a:lnTo>
                  <a:close/>
                </a:path>
              </a:pathLst>
            </a:custGeom>
            <a:solidFill>
              <a:srgbClr val="375A6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2" name="object 68">
              <a:extLst>
                <a:ext uri="{FF2B5EF4-FFF2-40B4-BE49-F238E27FC236}">
                  <a16:creationId xmlns:a16="http://schemas.microsoft.com/office/drawing/2014/main" id="{DA7ABD20-0487-40C5-A222-97A7E5DFEA6E}"/>
                </a:ext>
              </a:extLst>
            </p:cNvPr>
            <p:cNvSpPr/>
            <p:nvPr/>
          </p:nvSpPr>
          <p:spPr>
            <a:xfrm>
              <a:off x="4013677" y="2751619"/>
              <a:ext cx="1035622" cy="1316298"/>
            </a:xfrm>
            <a:custGeom>
              <a:avLst/>
              <a:gdLst/>
              <a:ahLst/>
              <a:cxnLst/>
              <a:rect l="l" t="t" r="r" b="b"/>
              <a:pathLst>
                <a:path w="1405254" h="1866264">
                  <a:moveTo>
                    <a:pt x="275588" y="77461"/>
                  </a:moveTo>
                  <a:lnTo>
                    <a:pt x="117750" y="1005705"/>
                  </a:lnTo>
                  <a:lnTo>
                    <a:pt x="75097" y="1171510"/>
                  </a:lnTo>
                  <a:lnTo>
                    <a:pt x="38466" y="1313160"/>
                  </a:lnTo>
                  <a:lnTo>
                    <a:pt x="6465" y="1435660"/>
                  </a:lnTo>
                  <a:lnTo>
                    <a:pt x="908" y="1465860"/>
                  </a:lnTo>
                  <a:lnTo>
                    <a:pt x="3709" y="1526679"/>
                  </a:lnTo>
                  <a:lnTo>
                    <a:pt x="37606" y="1626429"/>
                  </a:lnTo>
                  <a:lnTo>
                    <a:pt x="1074349" y="1865773"/>
                  </a:lnTo>
                  <a:lnTo>
                    <a:pt x="1115395" y="1834988"/>
                  </a:lnTo>
                  <a:lnTo>
                    <a:pt x="1146677" y="1799724"/>
                  </a:lnTo>
                  <a:lnTo>
                    <a:pt x="1161058" y="1755451"/>
                  </a:lnTo>
                  <a:lnTo>
                    <a:pt x="1175152" y="1622052"/>
                  </a:lnTo>
                  <a:lnTo>
                    <a:pt x="1405103" y="675244"/>
                  </a:lnTo>
                  <a:lnTo>
                    <a:pt x="1374089" y="259539"/>
                  </a:lnTo>
                  <a:lnTo>
                    <a:pt x="1088443" y="153605"/>
                  </a:lnTo>
                  <a:lnTo>
                    <a:pt x="1095416" y="103428"/>
                  </a:lnTo>
                  <a:lnTo>
                    <a:pt x="1094714" y="90872"/>
                  </a:lnTo>
                  <a:lnTo>
                    <a:pt x="1089748" y="80330"/>
                  </a:lnTo>
                  <a:lnTo>
                    <a:pt x="629410" y="80330"/>
                  </a:lnTo>
                  <a:lnTo>
                    <a:pt x="275588" y="77461"/>
                  </a:lnTo>
                  <a:close/>
                </a:path>
                <a:path w="1405254" h="1866264">
                  <a:moveTo>
                    <a:pt x="683204" y="0"/>
                  </a:moveTo>
                  <a:lnTo>
                    <a:pt x="673325" y="3221"/>
                  </a:lnTo>
                  <a:lnTo>
                    <a:pt x="664968" y="9401"/>
                  </a:lnTo>
                  <a:lnTo>
                    <a:pt x="658885" y="18154"/>
                  </a:lnTo>
                  <a:lnTo>
                    <a:pt x="629410" y="80330"/>
                  </a:lnTo>
                  <a:lnTo>
                    <a:pt x="1089748" y="80330"/>
                  </a:lnTo>
                  <a:lnTo>
                    <a:pt x="693858" y="123"/>
                  </a:lnTo>
                  <a:lnTo>
                    <a:pt x="683204" y="0"/>
                  </a:lnTo>
                  <a:close/>
                </a:path>
              </a:pathLst>
            </a:custGeom>
            <a:solidFill>
              <a:srgbClr val="375A6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3" name="object 69">
              <a:extLst>
                <a:ext uri="{FF2B5EF4-FFF2-40B4-BE49-F238E27FC236}">
                  <a16:creationId xmlns:a16="http://schemas.microsoft.com/office/drawing/2014/main" id="{CA0FC8FF-CE0D-452E-A7E8-11AB01060AFA}"/>
                </a:ext>
              </a:extLst>
            </p:cNvPr>
            <p:cNvSpPr/>
            <p:nvPr/>
          </p:nvSpPr>
          <p:spPr>
            <a:xfrm>
              <a:off x="3994982" y="3841674"/>
              <a:ext cx="824098" cy="309032"/>
            </a:xfrm>
            <a:custGeom>
              <a:avLst/>
              <a:gdLst/>
              <a:ahLst/>
              <a:cxnLst/>
              <a:rect l="l" t="t" r="r" b="b"/>
              <a:pathLst>
                <a:path w="1118234" h="438150">
                  <a:moveTo>
                    <a:pt x="39653" y="0"/>
                  </a:moveTo>
                  <a:lnTo>
                    <a:pt x="0" y="179889"/>
                  </a:lnTo>
                  <a:lnTo>
                    <a:pt x="1108290" y="438133"/>
                  </a:lnTo>
                  <a:lnTo>
                    <a:pt x="1117955" y="298095"/>
                  </a:lnTo>
                  <a:lnTo>
                    <a:pt x="39653" y="0"/>
                  </a:lnTo>
                  <a:close/>
                </a:path>
              </a:pathLst>
            </a:custGeom>
            <a:solidFill>
              <a:srgbClr val="375A6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4" name="object 70">
              <a:extLst>
                <a:ext uri="{FF2B5EF4-FFF2-40B4-BE49-F238E27FC236}">
                  <a16:creationId xmlns:a16="http://schemas.microsoft.com/office/drawing/2014/main" id="{B7FB09A1-79CB-4CD7-9103-23CC1026496E}"/>
                </a:ext>
              </a:extLst>
            </p:cNvPr>
            <p:cNvSpPr/>
            <p:nvPr/>
          </p:nvSpPr>
          <p:spPr>
            <a:xfrm>
              <a:off x="4094833" y="3903656"/>
              <a:ext cx="0" cy="80169"/>
            </a:xfrm>
            <a:custGeom>
              <a:avLst/>
              <a:gdLst/>
              <a:ahLst/>
              <a:cxnLst/>
              <a:rect l="l" t="t" r="r" b="b"/>
              <a:pathLst>
                <a:path h="113664">
                  <a:moveTo>
                    <a:pt x="0" y="0"/>
                  </a:moveTo>
                  <a:lnTo>
                    <a:pt x="0" y="113179"/>
                  </a:lnTo>
                </a:path>
              </a:pathLst>
            </a:custGeom>
            <a:ln w="14834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5" name="object 71">
              <a:extLst>
                <a:ext uri="{FF2B5EF4-FFF2-40B4-BE49-F238E27FC236}">
                  <a16:creationId xmlns:a16="http://schemas.microsoft.com/office/drawing/2014/main" id="{05846373-5F0E-4A35-8F0D-441B73A4428E}"/>
                </a:ext>
              </a:extLst>
            </p:cNvPr>
            <p:cNvSpPr/>
            <p:nvPr/>
          </p:nvSpPr>
          <p:spPr>
            <a:xfrm>
              <a:off x="4213097" y="3932380"/>
              <a:ext cx="16847" cy="80169"/>
            </a:xfrm>
            <a:custGeom>
              <a:avLst/>
              <a:gdLst/>
              <a:ahLst/>
              <a:cxnLst/>
              <a:rect l="l" t="t" r="r" b="b"/>
              <a:pathLst>
                <a:path w="22859" h="113664">
                  <a:moveTo>
                    <a:pt x="21960" y="0"/>
                  </a:moveTo>
                  <a:lnTo>
                    <a:pt x="7165" y="55872"/>
                  </a:lnTo>
                  <a:lnTo>
                    <a:pt x="924" y="96180"/>
                  </a:lnTo>
                  <a:lnTo>
                    <a:pt x="0" y="108575"/>
                  </a:lnTo>
                  <a:lnTo>
                    <a:pt x="809" y="113336"/>
                  </a:lnTo>
                  <a:lnTo>
                    <a:pt x="15604" y="57453"/>
                  </a:lnTo>
                  <a:lnTo>
                    <a:pt x="21849" y="17159"/>
                  </a:lnTo>
                  <a:lnTo>
                    <a:pt x="22774" y="4762"/>
                  </a:lnTo>
                  <a:lnTo>
                    <a:pt x="21960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6" name="object 72">
              <a:extLst>
                <a:ext uri="{FF2B5EF4-FFF2-40B4-BE49-F238E27FC236}">
                  <a16:creationId xmlns:a16="http://schemas.microsoft.com/office/drawing/2014/main" id="{1F65FC04-5AFE-4C25-B8B6-B24A7B1D998A}"/>
                </a:ext>
              </a:extLst>
            </p:cNvPr>
            <p:cNvSpPr/>
            <p:nvPr/>
          </p:nvSpPr>
          <p:spPr>
            <a:xfrm>
              <a:off x="4350545" y="3970903"/>
              <a:ext cx="15911" cy="76138"/>
            </a:xfrm>
            <a:custGeom>
              <a:avLst/>
              <a:gdLst/>
              <a:ahLst/>
              <a:cxnLst/>
              <a:rect l="l" t="t" r="r" b="b"/>
              <a:pathLst>
                <a:path w="21590" h="107950">
                  <a:moveTo>
                    <a:pt x="20239" y="0"/>
                  </a:moveTo>
                  <a:lnTo>
                    <a:pt x="6334" y="53160"/>
                  </a:lnTo>
                  <a:lnTo>
                    <a:pt x="732" y="91518"/>
                  </a:lnTo>
                  <a:lnTo>
                    <a:pt x="0" y="103312"/>
                  </a:lnTo>
                  <a:lnTo>
                    <a:pt x="879" y="107839"/>
                  </a:lnTo>
                  <a:lnTo>
                    <a:pt x="14784" y="54678"/>
                  </a:lnTo>
                  <a:lnTo>
                    <a:pt x="20394" y="16329"/>
                  </a:lnTo>
                  <a:lnTo>
                    <a:pt x="21125" y="4532"/>
                  </a:lnTo>
                  <a:lnTo>
                    <a:pt x="20239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7" name="object 73">
              <a:extLst>
                <a:ext uri="{FF2B5EF4-FFF2-40B4-BE49-F238E27FC236}">
                  <a16:creationId xmlns:a16="http://schemas.microsoft.com/office/drawing/2014/main" id="{62AF6BF2-E3E2-42ED-87C0-A382F8863D90}"/>
                </a:ext>
              </a:extLst>
            </p:cNvPr>
            <p:cNvSpPr/>
            <p:nvPr/>
          </p:nvSpPr>
          <p:spPr>
            <a:xfrm>
              <a:off x="4518291" y="4008862"/>
              <a:ext cx="17783" cy="86439"/>
            </a:xfrm>
            <a:custGeom>
              <a:avLst/>
              <a:gdLst/>
              <a:ahLst/>
              <a:cxnLst/>
              <a:rect l="l" t="t" r="r" b="b"/>
              <a:pathLst>
                <a:path w="24129" h="122554">
                  <a:moveTo>
                    <a:pt x="23363" y="0"/>
                  </a:moveTo>
                  <a:lnTo>
                    <a:pt x="12567" y="36568"/>
                  </a:lnTo>
                  <a:lnTo>
                    <a:pt x="3767" y="84099"/>
                  </a:lnTo>
                  <a:lnTo>
                    <a:pt x="0" y="117001"/>
                  </a:lnTo>
                  <a:lnTo>
                    <a:pt x="756" y="122100"/>
                  </a:lnTo>
                  <a:lnTo>
                    <a:pt x="11548" y="85538"/>
                  </a:lnTo>
                  <a:lnTo>
                    <a:pt x="20352" y="38005"/>
                  </a:lnTo>
                  <a:lnTo>
                    <a:pt x="24120" y="5100"/>
                  </a:lnTo>
                  <a:lnTo>
                    <a:pt x="23363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8" name="object 74">
              <a:extLst>
                <a:ext uri="{FF2B5EF4-FFF2-40B4-BE49-F238E27FC236}">
                  <a16:creationId xmlns:a16="http://schemas.microsoft.com/office/drawing/2014/main" id="{6AA8778D-DBF6-4113-BA10-6A9F20DC64E8}"/>
                </a:ext>
              </a:extLst>
            </p:cNvPr>
            <p:cNvSpPr/>
            <p:nvPr/>
          </p:nvSpPr>
          <p:spPr>
            <a:xfrm>
              <a:off x="4671101" y="4043720"/>
              <a:ext cx="23866" cy="80169"/>
            </a:xfrm>
            <a:custGeom>
              <a:avLst/>
              <a:gdLst/>
              <a:ahLst/>
              <a:cxnLst/>
              <a:rect l="l" t="t" r="r" b="b"/>
              <a:pathLst>
                <a:path w="32384" h="113665">
                  <a:moveTo>
                    <a:pt x="31919" y="0"/>
                  </a:moveTo>
                  <a:lnTo>
                    <a:pt x="12013" y="55390"/>
                  </a:lnTo>
                  <a:lnTo>
                    <a:pt x="2065" y="95715"/>
                  </a:lnTo>
                  <a:lnTo>
                    <a:pt x="0" y="108198"/>
                  </a:lnTo>
                  <a:lnTo>
                    <a:pt x="370" y="113085"/>
                  </a:lnTo>
                  <a:lnTo>
                    <a:pt x="20275" y="57694"/>
                  </a:lnTo>
                  <a:lnTo>
                    <a:pt x="30220" y="17377"/>
                  </a:lnTo>
                  <a:lnTo>
                    <a:pt x="32287" y="4893"/>
                  </a:lnTo>
                  <a:lnTo>
                    <a:pt x="31919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69" name="object 75">
              <a:extLst>
                <a:ext uri="{FF2B5EF4-FFF2-40B4-BE49-F238E27FC236}">
                  <a16:creationId xmlns:a16="http://schemas.microsoft.com/office/drawing/2014/main" id="{AB140888-477B-46A4-B7C2-1158F018CE1F}"/>
                </a:ext>
              </a:extLst>
            </p:cNvPr>
            <p:cNvSpPr/>
            <p:nvPr/>
          </p:nvSpPr>
          <p:spPr>
            <a:xfrm>
              <a:off x="3605852" y="2382719"/>
              <a:ext cx="657968" cy="751979"/>
            </a:xfrm>
            <a:custGeom>
              <a:avLst/>
              <a:gdLst/>
              <a:ahLst/>
              <a:cxnLst/>
              <a:rect l="l" t="t" r="r" b="b"/>
              <a:pathLst>
                <a:path w="892809" h="1066164">
                  <a:moveTo>
                    <a:pt x="737577" y="0"/>
                  </a:moveTo>
                  <a:lnTo>
                    <a:pt x="400963" y="203930"/>
                  </a:lnTo>
                  <a:lnTo>
                    <a:pt x="220658" y="316160"/>
                  </a:lnTo>
                  <a:lnTo>
                    <a:pt x="135373" y="376516"/>
                  </a:lnTo>
                  <a:lnTo>
                    <a:pt x="83817" y="424824"/>
                  </a:lnTo>
                  <a:lnTo>
                    <a:pt x="48558" y="465881"/>
                  </a:lnTo>
                  <a:lnTo>
                    <a:pt x="23210" y="507290"/>
                  </a:lnTo>
                  <a:lnTo>
                    <a:pt x="7211" y="548588"/>
                  </a:lnTo>
                  <a:lnTo>
                    <a:pt x="0" y="589310"/>
                  </a:lnTo>
                  <a:lnTo>
                    <a:pt x="1013" y="628993"/>
                  </a:lnTo>
                  <a:lnTo>
                    <a:pt x="9688" y="667171"/>
                  </a:lnTo>
                  <a:lnTo>
                    <a:pt x="25464" y="703381"/>
                  </a:lnTo>
                  <a:lnTo>
                    <a:pt x="47779" y="737159"/>
                  </a:lnTo>
                  <a:lnTo>
                    <a:pt x="76069" y="768039"/>
                  </a:lnTo>
                  <a:lnTo>
                    <a:pt x="109773" y="795558"/>
                  </a:lnTo>
                  <a:lnTo>
                    <a:pt x="148328" y="819252"/>
                  </a:lnTo>
                  <a:lnTo>
                    <a:pt x="267025" y="867757"/>
                  </a:lnTo>
                  <a:lnTo>
                    <a:pt x="787439" y="1065789"/>
                  </a:lnTo>
                  <a:lnTo>
                    <a:pt x="834004" y="601363"/>
                  </a:lnTo>
                  <a:lnTo>
                    <a:pt x="777461" y="601363"/>
                  </a:lnTo>
                  <a:lnTo>
                    <a:pt x="474527" y="532894"/>
                  </a:lnTo>
                  <a:lnTo>
                    <a:pt x="892630" y="234987"/>
                  </a:lnTo>
                  <a:lnTo>
                    <a:pt x="737577" y="0"/>
                  </a:lnTo>
                  <a:close/>
                </a:path>
                <a:path w="892809" h="1066164">
                  <a:moveTo>
                    <a:pt x="834087" y="600536"/>
                  </a:moveTo>
                  <a:lnTo>
                    <a:pt x="777461" y="601363"/>
                  </a:lnTo>
                  <a:lnTo>
                    <a:pt x="834004" y="601363"/>
                  </a:lnTo>
                  <a:lnTo>
                    <a:pt x="834087" y="600536"/>
                  </a:lnTo>
                  <a:close/>
                </a:path>
              </a:pathLst>
            </a:custGeom>
            <a:solidFill>
              <a:srgbClr val="375A6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0" name="object 76">
              <a:extLst>
                <a:ext uri="{FF2B5EF4-FFF2-40B4-BE49-F238E27FC236}">
                  <a16:creationId xmlns:a16="http://schemas.microsoft.com/office/drawing/2014/main" id="{0BBD1A5C-29CC-4261-9DB5-3B97A067D953}"/>
                </a:ext>
              </a:extLst>
            </p:cNvPr>
            <p:cNvSpPr/>
            <p:nvPr/>
          </p:nvSpPr>
          <p:spPr>
            <a:xfrm>
              <a:off x="4106213" y="2883110"/>
              <a:ext cx="90786" cy="620752"/>
            </a:xfrm>
            <a:custGeom>
              <a:avLst/>
              <a:gdLst/>
              <a:ahLst/>
              <a:cxnLst/>
              <a:rect l="l" t="t" r="r" b="b"/>
              <a:pathLst>
                <a:path w="123190" h="880110">
                  <a:moveTo>
                    <a:pt x="122781" y="0"/>
                  </a:moveTo>
                  <a:lnTo>
                    <a:pt x="112158" y="60357"/>
                  </a:lnTo>
                  <a:lnTo>
                    <a:pt x="105485" y="103842"/>
                  </a:lnTo>
                  <a:lnTo>
                    <a:pt x="97688" y="156031"/>
                  </a:lnTo>
                  <a:lnTo>
                    <a:pt x="88700" y="217378"/>
                  </a:lnTo>
                  <a:lnTo>
                    <a:pt x="78820" y="285879"/>
                  </a:lnTo>
                  <a:lnTo>
                    <a:pt x="68235" y="360292"/>
                  </a:lnTo>
                  <a:lnTo>
                    <a:pt x="57129" y="439379"/>
                  </a:lnTo>
                  <a:lnTo>
                    <a:pt x="46165" y="518458"/>
                  </a:lnTo>
                  <a:lnTo>
                    <a:pt x="35979" y="592909"/>
                  </a:lnTo>
                  <a:lnTo>
                    <a:pt x="26732" y="661487"/>
                  </a:lnTo>
                  <a:lnTo>
                    <a:pt x="18467" y="723854"/>
                  </a:lnTo>
                  <a:lnTo>
                    <a:pt x="11603" y="776807"/>
                  </a:lnTo>
                  <a:lnTo>
                    <a:pt x="6165" y="820129"/>
                  </a:lnTo>
                  <a:lnTo>
                    <a:pt x="225" y="872705"/>
                  </a:lnTo>
                  <a:lnTo>
                    <a:pt x="0" y="879899"/>
                  </a:lnTo>
                  <a:lnTo>
                    <a:pt x="1752" y="872917"/>
                  </a:lnTo>
                  <a:lnTo>
                    <a:pt x="10617" y="819532"/>
                  </a:lnTo>
                  <a:lnTo>
                    <a:pt x="17289" y="776043"/>
                  </a:lnTo>
                  <a:lnTo>
                    <a:pt x="25086" y="723854"/>
                  </a:lnTo>
                  <a:lnTo>
                    <a:pt x="34073" y="662512"/>
                  </a:lnTo>
                  <a:lnTo>
                    <a:pt x="43949" y="594022"/>
                  </a:lnTo>
                  <a:lnTo>
                    <a:pt x="54531" y="519625"/>
                  </a:lnTo>
                  <a:lnTo>
                    <a:pt x="65631" y="440562"/>
                  </a:lnTo>
                  <a:lnTo>
                    <a:pt x="76601" y="361457"/>
                  </a:lnTo>
                  <a:lnTo>
                    <a:pt x="86791" y="286988"/>
                  </a:lnTo>
                  <a:lnTo>
                    <a:pt x="96042" y="218401"/>
                  </a:lnTo>
                  <a:lnTo>
                    <a:pt x="104310" y="156031"/>
                  </a:lnTo>
                  <a:lnTo>
                    <a:pt x="111176" y="103077"/>
                  </a:lnTo>
                  <a:lnTo>
                    <a:pt x="116615" y="59757"/>
                  </a:lnTo>
                  <a:lnTo>
                    <a:pt x="122556" y="7192"/>
                  </a:lnTo>
                  <a:lnTo>
                    <a:pt x="122781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1" name="object 77">
              <a:extLst>
                <a:ext uri="{FF2B5EF4-FFF2-40B4-BE49-F238E27FC236}">
                  <a16:creationId xmlns:a16="http://schemas.microsoft.com/office/drawing/2014/main" id="{1E976362-FD33-4AC6-AF7B-29736F50197E}"/>
                </a:ext>
              </a:extLst>
            </p:cNvPr>
            <p:cNvSpPr/>
            <p:nvPr/>
          </p:nvSpPr>
          <p:spPr>
            <a:xfrm>
              <a:off x="3886452" y="2748638"/>
              <a:ext cx="86982" cy="5157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2" name="object 78">
              <a:extLst>
                <a:ext uri="{FF2B5EF4-FFF2-40B4-BE49-F238E27FC236}">
                  <a16:creationId xmlns:a16="http://schemas.microsoft.com/office/drawing/2014/main" id="{D8B9A7F8-18F7-4D9E-B135-23131DC57F5F}"/>
                </a:ext>
              </a:extLst>
            </p:cNvPr>
            <p:cNvSpPr/>
            <p:nvPr/>
          </p:nvSpPr>
          <p:spPr>
            <a:xfrm>
              <a:off x="4289189" y="3438005"/>
              <a:ext cx="363614" cy="468027"/>
            </a:xfrm>
            <a:custGeom>
              <a:avLst/>
              <a:gdLst/>
              <a:ahLst/>
              <a:cxnLst/>
              <a:rect l="l" t="t" r="r" b="b"/>
              <a:pathLst>
                <a:path w="493395" h="663575">
                  <a:moveTo>
                    <a:pt x="502" y="0"/>
                  </a:moveTo>
                  <a:lnTo>
                    <a:pt x="25472" y="43258"/>
                  </a:lnTo>
                  <a:lnTo>
                    <a:pt x="49252" y="80901"/>
                  </a:lnTo>
                  <a:lnTo>
                    <a:pt x="85521" y="136526"/>
                  </a:lnTo>
                  <a:lnTo>
                    <a:pt x="110030" y="173049"/>
                  </a:lnTo>
                  <a:lnTo>
                    <a:pt x="137035" y="212439"/>
                  </a:lnTo>
                  <a:lnTo>
                    <a:pt x="166317" y="254243"/>
                  </a:lnTo>
                  <a:lnTo>
                    <a:pt x="197658" y="298003"/>
                  </a:lnTo>
                  <a:lnTo>
                    <a:pt x="230841" y="343267"/>
                  </a:lnTo>
                  <a:lnTo>
                    <a:pt x="264583" y="388135"/>
                  </a:lnTo>
                  <a:lnTo>
                    <a:pt x="297418" y="430802"/>
                  </a:lnTo>
                  <a:lnTo>
                    <a:pt x="328972" y="470926"/>
                  </a:lnTo>
                  <a:lnTo>
                    <a:pt x="358876" y="508171"/>
                  </a:lnTo>
                  <a:lnTo>
                    <a:pt x="386755" y="542196"/>
                  </a:lnTo>
                  <a:lnTo>
                    <a:pt x="412238" y="572663"/>
                  </a:lnTo>
                  <a:lnTo>
                    <a:pt x="445041" y="611056"/>
                  </a:lnTo>
                  <a:lnTo>
                    <a:pt x="470257" y="639655"/>
                  </a:lnTo>
                  <a:lnTo>
                    <a:pt x="492403" y="663445"/>
                  </a:lnTo>
                  <a:lnTo>
                    <a:pt x="492854" y="663058"/>
                  </a:lnTo>
                  <a:lnTo>
                    <a:pt x="491199" y="660681"/>
                  </a:lnTo>
                  <a:lnTo>
                    <a:pt x="487828" y="656315"/>
                  </a:lnTo>
                  <a:lnTo>
                    <a:pt x="472802" y="637488"/>
                  </a:lnTo>
                  <a:lnTo>
                    <a:pt x="416919" y="568799"/>
                  </a:lnTo>
                  <a:lnTo>
                    <a:pt x="392024" y="537905"/>
                  </a:lnTo>
                  <a:lnTo>
                    <a:pt x="364659" y="503534"/>
                  </a:lnTo>
                  <a:lnTo>
                    <a:pt x="335186" y="466030"/>
                  </a:lnTo>
                  <a:lnTo>
                    <a:pt x="303965" y="425735"/>
                  </a:lnTo>
                  <a:lnTo>
                    <a:pt x="271359" y="382993"/>
                  </a:lnTo>
                  <a:lnTo>
                    <a:pt x="237730" y="338146"/>
                  </a:lnTo>
                  <a:lnTo>
                    <a:pt x="204536" y="293000"/>
                  </a:lnTo>
                  <a:lnTo>
                    <a:pt x="173057" y="249439"/>
                  </a:lnTo>
                  <a:lnTo>
                    <a:pt x="143519" y="207908"/>
                  </a:lnTo>
                  <a:lnTo>
                    <a:pt x="116144" y="168855"/>
                  </a:lnTo>
                  <a:lnTo>
                    <a:pt x="91157" y="132725"/>
                  </a:lnTo>
                  <a:lnTo>
                    <a:pt x="68783" y="99965"/>
                  </a:lnTo>
                  <a:lnTo>
                    <a:pt x="19193" y="26596"/>
                  </a:lnTo>
                  <a:lnTo>
                    <a:pt x="5518" y="6764"/>
                  </a:lnTo>
                  <a:lnTo>
                    <a:pt x="2303" y="2282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3" name="object 79">
              <a:extLst>
                <a:ext uri="{FF2B5EF4-FFF2-40B4-BE49-F238E27FC236}">
                  <a16:creationId xmlns:a16="http://schemas.microsoft.com/office/drawing/2014/main" id="{0184766A-EE22-4520-9DD0-E3609CDCE02C}"/>
                </a:ext>
              </a:extLst>
            </p:cNvPr>
            <p:cNvSpPr/>
            <p:nvPr/>
          </p:nvSpPr>
          <p:spPr>
            <a:xfrm>
              <a:off x="4378270" y="3279108"/>
              <a:ext cx="234922" cy="360985"/>
            </a:xfrm>
            <a:custGeom>
              <a:avLst/>
              <a:gdLst/>
              <a:ahLst/>
              <a:cxnLst/>
              <a:rect l="l" t="t" r="r" b="b"/>
              <a:pathLst>
                <a:path w="318770" h="511810">
                  <a:moveTo>
                    <a:pt x="1047" y="0"/>
                  </a:moveTo>
                  <a:lnTo>
                    <a:pt x="23080" y="46557"/>
                  </a:lnTo>
                  <a:lnTo>
                    <a:pt x="62034" y="117985"/>
                  </a:lnTo>
                  <a:lnTo>
                    <a:pt x="87433" y="162409"/>
                  </a:lnTo>
                  <a:lnTo>
                    <a:pt x="116187" y="211100"/>
                  </a:lnTo>
                  <a:lnTo>
                    <a:pt x="147827" y="262913"/>
                  </a:lnTo>
                  <a:lnTo>
                    <a:pt x="180296" y="314233"/>
                  </a:lnTo>
                  <a:lnTo>
                    <a:pt x="211237" y="361575"/>
                  </a:lnTo>
                  <a:lnTo>
                    <a:pt x="239833" y="404017"/>
                  </a:lnTo>
                  <a:lnTo>
                    <a:pt x="265269" y="440635"/>
                  </a:lnTo>
                  <a:lnTo>
                    <a:pt x="295569" y="482738"/>
                  </a:lnTo>
                  <a:lnTo>
                    <a:pt x="317676" y="511607"/>
                  </a:lnTo>
                  <a:lnTo>
                    <a:pt x="318649" y="510926"/>
                  </a:lnTo>
                  <a:lnTo>
                    <a:pt x="314252" y="503712"/>
                  </a:lnTo>
                  <a:lnTo>
                    <a:pt x="305906" y="490969"/>
                  </a:lnTo>
                  <a:lnTo>
                    <a:pt x="245750" y="400053"/>
                  </a:lnTo>
                  <a:lnTo>
                    <a:pt x="217855" y="357240"/>
                  </a:lnTo>
                  <a:lnTo>
                    <a:pt x="187383" y="309707"/>
                  </a:lnTo>
                  <a:lnTo>
                    <a:pt x="155115" y="258390"/>
                  </a:lnTo>
                  <a:lnTo>
                    <a:pt x="123384" y="206752"/>
                  </a:lnTo>
                  <a:lnTo>
                    <a:pt x="94251" y="158398"/>
                  </a:lnTo>
                  <a:lnTo>
                    <a:pt x="68207" y="114441"/>
                  </a:lnTo>
                  <a:lnTo>
                    <a:pt x="13298" y="20261"/>
                  </a:lnTo>
                  <a:lnTo>
                    <a:pt x="5570" y="7130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4" name="object 80">
              <a:extLst>
                <a:ext uri="{FF2B5EF4-FFF2-40B4-BE49-F238E27FC236}">
                  <a16:creationId xmlns:a16="http://schemas.microsoft.com/office/drawing/2014/main" id="{887C994B-0BD6-43A9-A437-32E1EE5B78B9}"/>
                </a:ext>
              </a:extLst>
            </p:cNvPr>
            <p:cNvSpPr/>
            <p:nvPr/>
          </p:nvSpPr>
          <p:spPr>
            <a:xfrm>
              <a:off x="4484034" y="2808681"/>
              <a:ext cx="326176" cy="59119"/>
            </a:xfrm>
            <a:custGeom>
              <a:avLst/>
              <a:gdLst/>
              <a:ahLst/>
              <a:cxnLst/>
              <a:rect l="l" t="t" r="r" b="b"/>
              <a:pathLst>
                <a:path w="442595" h="83820">
                  <a:moveTo>
                    <a:pt x="272" y="0"/>
                  </a:moveTo>
                  <a:lnTo>
                    <a:pt x="34349" y="18882"/>
                  </a:lnTo>
                  <a:lnTo>
                    <a:pt x="91253" y="42610"/>
                  </a:lnTo>
                  <a:lnTo>
                    <a:pt x="128136" y="54709"/>
                  </a:lnTo>
                  <a:lnTo>
                    <a:pt x="169595" y="65682"/>
                  </a:lnTo>
                  <a:lnTo>
                    <a:pt x="214789" y="74646"/>
                  </a:lnTo>
                  <a:lnTo>
                    <a:pt x="260513" y="80457"/>
                  </a:lnTo>
                  <a:lnTo>
                    <a:pt x="303325" y="83178"/>
                  </a:lnTo>
                  <a:lnTo>
                    <a:pt x="342148" y="83381"/>
                  </a:lnTo>
                  <a:lnTo>
                    <a:pt x="375904" y="81641"/>
                  </a:lnTo>
                  <a:lnTo>
                    <a:pt x="390576" y="80332"/>
                  </a:lnTo>
                  <a:lnTo>
                    <a:pt x="403634" y="78894"/>
                  </a:lnTo>
                  <a:lnTo>
                    <a:pt x="414960" y="77363"/>
                  </a:lnTo>
                  <a:lnTo>
                    <a:pt x="421542" y="76262"/>
                  </a:lnTo>
                  <a:lnTo>
                    <a:pt x="342063" y="76262"/>
                  </a:lnTo>
                  <a:lnTo>
                    <a:pt x="303654" y="75275"/>
                  </a:lnTo>
                  <a:lnTo>
                    <a:pt x="261348" y="72089"/>
                  </a:lnTo>
                  <a:lnTo>
                    <a:pt x="216171" y="66175"/>
                  </a:lnTo>
                  <a:lnTo>
                    <a:pt x="171460" y="57481"/>
                  </a:lnTo>
                  <a:lnTo>
                    <a:pt x="130329" y="47105"/>
                  </a:lnTo>
                  <a:lnTo>
                    <a:pt x="93586" y="35878"/>
                  </a:lnTo>
                  <a:lnTo>
                    <a:pt x="36327" y="14436"/>
                  </a:lnTo>
                  <a:lnTo>
                    <a:pt x="4816" y="1238"/>
                  </a:lnTo>
                  <a:lnTo>
                    <a:pt x="272" y="0"/>
                  </a:lnTo>
                  <a:close/>
                </a:path>
                <a:path w="442595" h="83820">
                  <a:moveTo>
                    <a:pt x="437230" y="71510"/>
                  </a:moveTo>
                  <a:lnTo>
                    <a:pt x="403164" y="74049"/>
                  </a:lnTo>
                  <a:lnTo>
                    <a:pt x="375548" y="75578"/>
                  </a:lnTo>
                  <a:lnTo>
                    <a:pt x="342063" y="76262"/>
                  </a:lnTo>
                  <a:lnTo>
                    <a:pt x="421542" y="76262"/>
                  </a:lnTo>
                  <a:lnTo>
                    <a:pt x="424437" y="75777"/>
                  </a:lnTo>
                  <a:lnTo>
                    <a:pt x="435798" y="73756"/>
                  </a:lnTo>
                  <a:lnTo>
                    <a:pt x="442028" y="72364"/>
                  </a:lnTo>
                  <a:lnTo>
                    <a:pt x="441934" y="71777"/>
                  </a:lnTo>
                  <a:lnTo>
                    <a:pt x="437230" y="7151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5" name="object 81">
              <a:extLst>
                <a:ext uri="{FF2B5EF4-FFF2-40B4-BE49-F238E27FC236}">
                  <a16:creationId xmlns:a16="http://schemas.microsoft.com/office/drawing/2014/main" id="{6CA930A0-9BA3-42E1-AE5B-9EC39ACA6D3A}"/>
                </a:ext>
              </a:extLst>
            </p:cNvPr>
            <p:cNvSpPr/>
            <p:nvPr/>
          </p:nvSpPr>
          <p:spPr>
            <a:xfrm>
              <a:off x="4331949" y="3504641"/>
              <a:ext cx="270488" cy="346206"/>
            </a:xfrm>
            <a:custGeom>
              <a:avLst/>
              <a:gdLst/>
              <a:ahLst/>
              <a:cxnLst/>
              <a:rect l="l" t="t" r="r" b="b"/>
              <a:pathLst>
                <a:path w="367029" h="490854">
                  <a:moveTo>
                    <a:pt x="0" y="0"/>
                  </a:moveTo>
                  <a:lnTo>
                    <a:pt x="8591" y="48376"/>
                  </a:lnTo>
                  <a:lnTo>
                    <a:pt x="21090" y="95838"/>
                  </a:lnTo>
                  <a:lnTo>
                    <a:pt x="37320" y="142153"/>
                  </a:lnTo>
                  <a:lnTo>
                    <a:pt x="57109" y="187087"/>
                  </a:lnTo>
                  <a:lnTo>
                    <a:pt x="80280" y="230406"/>
                  </a:lnTo>
                  <a:lnTo>
                    <a:pt x="106659" y="271876"/>
                  </a:lnTo>
                  <a:lnTo>
                    <a:pt x="136072" y="311262"/>
                  </a:lnTo>
                  <a:lnTo>
                    <a:pt x="168343" y="348332"/>
                  </a:lnTo>
                  <a:lnTo>
                    <a:pt x="203297" y="382851"/>
                  </a:lnTo>
                  <a:lnTo>
                    <a:pt x="240761" y="414585"/>
                  </a:lnTo>
                  <a:lnTo>
                    <a:pt x="280559" y="443300"/>
                  </a:lnTo>
                  <a:lnTo>
                    <a:pt x="322517" y="468762"/>
                  </a:lnTo>
                  <a:lnTo>
                    <a:pt x="366460" y="490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6" name="object 82">
              <a:extLst>
                <a:ext uri="{FF2B5EF4-FFF2-40B4-BE49-F238E27FC236}">
                  <a16:creationId xmlns:a16="http://schemas.microsoft.com/office/drawing/2014/main" id="{BC721CB5-B7F0-4CF2-911E-4FA6CC5DE6F8}"/>
                </a:ext>
              </a:extLst>
            </p:cNvPr>
            <p:cNvSpPr/>
            <p:nvPr/>
          </p:nvSpPr>
          <p:spPr>
            <a:xfrm>
              <a:off x="4976050" y="3097112"/>
              <a:ext cx="98742" cy="386962"/>
            </a:xfrm>
            <a:custGeom>
              <a:avLst/>
              <a:gdLst/>
              <a:ahLst/>
              <a:cxnLst/>
              <a:rect l="l" t="t" r="r" b="b"/>
              <a:pathLst>
                <a:path w="133984" h="548639">
                  <a:moveTo>
                    <a:pt x="133912" y="0"/>
                  </a:moveTo>
                  <a:lnTo>
                    <a:pt x="122666" y="36906"/>
                  </a:lnTo>
                  <a:lnTo>
                    <a:pt x="111353" y="79557"/>
                  </a:lnTo>
                  <a:lnTo>
                    <a:pt x="97152" y="134868"/>
                  </a:lnTo>
                  <a:lnTo>
                    <a:pt x="80739" y="200233"/>
                  </a:lnTo>
                  <a:lnTo>
                    <a:pt x="62793" y="273049"/>
                  </a:lnTo>
                  <a:lnTo>
                    <a:pt x="45137" y="345962"/>
                  </a:lnTo>
                  <a:lnTo>
                    <a:pt x="29560" y="411546"/>
                  </a:lnTo>
                  <a:lnTo>
                    <a:pt x="16660" y="467180"/>
                  </a:lnTo>
                  <a:lnTo>
                    <a:pt x="7035" y="510243"/>
                  </a:lnTo>
                  <a:lnTo>
                    <a:pt x="0" y="548171"/>
                  </a:lnTo>
                  <a:lnTo>
                    <a:pt x="3500" y="538654"/>
                  </a:lnTo>
                  <a:lnTo>
                    <a:pt x="22559" y="468621"/>
                  </a:lnTo>
                  <a:lnTo>
                    <a:pt x="36762" y="413308"/>
                  </a:lnTo>
                  <a:lnTo>
                    <a:pt x="53178" y="347931"/>
                  </a:lnTo>
                  <a:lnTo>
                    <a:pt x="71128" y="275091"/>
                  </a:lnTo>
                  <a:lnTo>
                    <a:pt x="88777" y="202202"/>
                  </a:lnTo>
                  <a:lnTo>
                    <a:pt x="104350" y="136631"/>
                  </a:lnTo>
                  <a:lnTo>
                    <a:pt x="117249" y="81002"/>
                  </a:lnTo>
                  <a:lnTo>
                    <a:pt x="126874" y="37938"/>
                  </a:lnTo>
                  <a:lnTo>
                    <a:pt x="133912" y="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7" name="object 83">
              <a:extLst>
                <a:ext uri="{FF2B5EF4-FFF2-40B4-BE49-F238E27FC236}">
                  <a16:creationId xmlns:a16="http://schemas.microsoft.com/office/drawing/2014/main" id="{A3099587-3FBE-4ACD-AEC4-E73DB17BDD2C}"/>
                </a:ext>
              </a:extLst>
            </p:cNvPr>
            <p:cNvSpPr/>
            <p:nvPr/>
          </p:nvSpPr>
          <p:spPr>
            <a:xfrm>
              <a:off x="5601159" y="3139343"/>
              <a:ext cx="74408" cy="1346754"/>
            </a:xfrm>
            <a:custGeom>
              <a:avLst/>
              <a:gdLst/>
              <a:ahLst/>
              <a:cxnLst/>
              <a:rect l="l" t="t" r="r" b="b"/>
              <a:pathLst>
                <a:path w="100965" h="1909445">
                  <a:moveTo>
                    <a:pt x="0" y="0"/>
                  </a:moveTo>
                  <a:lnTo>
                    <a:pt x="0" y="1909355"/>
                  </a:lnTo>
                  <a:lnTo>
                    <a:pt x="43904" y="1909355"/>
                  </a:lnTo>
                  <a:lnTo>
                    <a:pt x="66037" y="1904887"/>
                  </a:lnTo>
                  <a:lnTo>
                    <a:pt x="84113" y="1892701"/>
                  </a:lnTo>
                  <a:lnTo>
                    <a:pt x="96302" y="1874625"/>
                  </a:lnTo>
                  <a:lnTo>
                    <a:pt x="100771" y="1852488"/>
                  </a:lnTo>
                  <a:lnTo>
                    <a:pt x="100771" y="100771"/>
                  </a:lnTo>
                  <a:lnTo>
                    <a:pt x="92852" y="61547"/>
                  </a:lnTo>
                  <a:lnTo>
                    <a:pt x="71255" y="29516"/>
                  </a:lnTo>
                  <a:lnTo>
                    <a:pt x="39224" y="79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DC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8" name="object 84">
              <a:extLst>
                <a:ext uri="{FF2B5EF4-FFF2-40B4-BE49-F238E27FC236}">
                  <a16:creationId xmlns:a16="http://schemas.microsoft.com/office/drawing/2014/main" id="{43B9CF77-8557-4C5D-B9C0-9EC990BB053C}"/>
                </a:ext>
              </a:extLst>
            </p:cNvPr>
            <p:cNvSpPr/>
            <p:nvPr/>
          </p:nvSpPr>
          <p:spPr>
            <a:xfrm>
              <a:off x="5218276" y="3008326"/>
              <a:ext cx="361742" cy="3097938"/>
            </a:xfrm>
            <a:custGeom>
              <a:avLst/>
              <a:gdLst/>
              <a:ahLst/>
              <a:cxnLst/>
              <a:rect l="l" t="t" r="r" b="b"/>
              <a:pathLst>
                <a:path w="490854" h="4392295">
                  <a:moveTo>
                    <a:pt x="296776" y="0"/>
                  </a:moveTo>
                  <a:lnTo>
                    <a:pt x="193763" y="0"/>
                  </a:lnTo>
                  <a:lnTo>
                    <a:pt x="149335" y="5116"/>
                  </a:lnTo>
                  <a:lnTo>
                    <a:pt x="108551" y="19692"/>
                  </a:lnTo>
                  <a:lnTo>
                    <a:pt x="72574" y="42563"/>
                  </a:lnTo>
                  <a:lnTo>
                    <a:pt x="42567" y="72568"/>
                  </a:lnTo>
                  <a:lnTo>
                    <a:pt x="19694" y="108543"/>
                  </a:lnTo>
                  <a:lnTo>
                    <a:pt x="5117" y="149325"/>
                  </a:lnTo>
                  <a:lnTo>
                    <a:pt x="0" y="193753"/>
                  </a:lnTo>
                  <a:lnTo>
                    <a:pt x="0" y="4391751"/>
                  </a:lnTo>
                  <a:lnTo>
                    <a:pt x="490540" y="4391751"/>
                  </a:lnTo>
                  <a:lnTo>
                    <a:pt x="490540" y="193753"/>
                  </a:lnTo>
                  <a:lnTo>
                    <a:pt x="485422" y="149325"/>
                  </a:lnTo>
                  <a:lnTo>
                    <a:pt x="470845" y="108543"/>
                  </a:lnTo>
                  <a:lnTo>
                    <a:pt x="447972" y="72568"/>
                  </a:lnTo>
                  <a:lnTo>
                    <a:pt x="417965" y="42563"/>
                  </a:lnTo>
                  <a:lnTo>
                    <a:pt x="381988" y="19692"/>
                  </a:lnTo>
                  <a:lnTo>
                    <a:pt x="341204" y="5116"/>
                  </a:lnTo>
                  <a:lnTo>
                    <a:pt x="296776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9" name="object 85">
              <a:extLst>
                <a:ext uri="{FF2B5EF4-FFF2-40B4-BE49-F238E27FC236}">
                  <a16:creationId xmlns:a16="http://schemas.microsoft.com/office/drawing/2014/main" id="{33223B63-B0BC-462D-82C3-5361183164A5}"/>
                </a:ext>
              </a:extLst>
            </p:cNvPr>
            <p:cNvSpPr/>
            <p:nvPr/>
          </p:nvSpPr>
          <p:spPr>
            <a:xfrm>
              <a:off x="5218276" y="4419504"/>
              <a:ext cx="361742" cy="516398"/>
            </a:xfrm>
            <a:custGeom>
              <a:avLst/>
              <a:gdLst/>
              <a:ahLst/>
              <a:cxnLst/>
              <a:rect l="l" t="t" r="r" b="b"/>
              <a:pathLst>
                <a:path w="490854" h="732154">
                  <a:moveTo>
                    <a:pt x="0" y="0"/>
                  </a:moveTo>
                  <a:lnTo>
                    <a:pt x="0" y="232422"/>
                  </a:lnTo>
                  <a:lnTo>
                    <a:pt x="490540" y="731600"/>
                  </a:lnTo>
                  <a:lnTo>
                    <a:pt x="490540" y="5116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0" name="object 86">
              <a:extLst>
                <a:ext uri="{FF2B5EF4-FFF2-40B4-BE49-F238E27FC236}">
                  <a16:creationId xmlns:a16="http://schemas.microsoft.com/office/drawing/2014/main" id="{A9205933-5DF2-4308-9E23-9BDB6972B155}"/>
                </a:ext>
              </a:extLst>
            </p:cNvPr>
            <p:cNvSpPr/>
            <p:nvPr/>
          </p:nvSpPr>
          <p:spPr>
            <a:xfrm>
              <a:off x="5218276" y="4676726"/>
              <a:ext cx="361742" cy="434885"/>
            </a:xfrm>
            <a:custGeom>
              <a:avLst/>
              <a:gdLst/>
              <a:ahLst/>
              <a:cxnLst/>
              <a:rect l="l" t="t" r="r" b="b"/>
              <a:pathLst>
                <a:path w="490854" h="616584">
                  <a:moveTo>
                    <a:pt x="0" y="0"/>
                  </a:moveTo>
                  <a:lnTo>
                    <a:pt x="0" y="117315"/>
                  </a:lnTo>
                  <a:lnTo>
                    <a:pt x="490540" y="616504"/>
                  </a:lnTo>
                  <a:lnTo>
                    <a:pt x="490540" y="5116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1" name="object 87">
              <a:extLst>
                <a:ext uri="{FF2B5EF4-FFF2-40B4-BE49-F238E27FC236}">
                  <a16:creationId xmlns:a16="http://schemas.microsoft.com/office/drawing/2014/main" id="{29F0D134-D20A-4D8C-9180-D49EA8BE0CE6}"/>
                </a:ext>
              </a:extLst>
            </p:cNvPr>
            <p:cNvSpPr/>
            <p:nvPr/>
          </p:nvSpPr>
          <p:spPr>
            <a:xfrm>
              <a:off x="5196905" y="2981515"/>
              <a:ext cx="404328" cy="1155064"/>
            </a:xfrm>
            <a:custGeom>
              <a:avLst/>
              <a:gdLst/>
              <a:ahLst/>
              <a:cxnLst/>
              <a:rect l="l" t="t" r="r" b="b"/>
              <a:pathLst>
                <a:path w="548640" h="1637665">
                  <a:moveTo>
                    <a:pt x="333822" y="0"/>
                  </a:moveTo>
                  <a:lnTo>
                    <a:pt x="214715" y="0"/>
                  </a:lnTo>
                  <a:lnTo>
                    <a:pt x="165484" y="5670"/>
                  </a:lnTo>
                  <a:lnTo>
                    <a:pt x="120290" y="21824"/>
                  </a:lnTo>
                  <a:lnTo>
                    <a:pt x="80422" y="47171"/>
                  </a:lnTo>
                  <a:lnTo>
                    <a:pt x="47171" y="80422"/>
                  </a:lnTo>
                  <a:lnTo>
                    <a:pt x="21824" y="120290"/>
                  </a:lnTo>
                  <a:lnTo>
                    <a:pt x="5670" y="165484"/>
                  </a:lnTo>
                  <a:lnTo>
                    <a:pt x="0" y="214715"/>
                  </a:lnTo>
                  <a:lnTo>
                    <a:pt x="0" y="1637384"/>
                  </a:lnTo>
                  <a:lnTo>
                    <a:pt x="548538" y="1637384"/>
                  </a:lnTo>
                  <a:lnTo>
                    <a:pt x="548538" y="214715"/>
                  </a:lnTo>
                  <a:lnTo>
                    <a:pt x="542867" y="165484"/>
                  </a:lnTo>
                  <a:lnTo>
                    <a:pt x="526714" y="120290"/>
                  </a:lnTo>
                  <a:lnTo>
                    <a:pt x="501367" y="80422"/>
                  </a:lnTo>
                  <a:lnTo>
                    <a:pt x="468115" y="47171"/>
                  </a:lnTo>
                  <a:lnTo>
                    <a:pt x="428248" y="21824"/>
                  </a:lnTo>
                  <a:lnTo>
                    <a:pt x="383054" y="5670"/>
                  </a:lnTo>
                  <a:lnTo>
                    <a:pt x="333822" y="0"/>
                  </a:lnTo>
                  <a:close/>
                </a:path>
              </a:pathLst>
            </a:custGeom>
            <a:solidFill>
              <a:srgbClr val="1E50DC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2" name="object 88">
              <a:extLst>
                <a:ext uri="{FF2B5EF4-FFF2-40B4-BE49-F238E27FC236}">
                  <a16:creationId xmlns:a16="http://schemas.microsoft.com/office/drawing/2014/main" id="{1B9DCAA2-E271-4C04-B5E6-66A8598D13B9}"/>
                </a:ext>
              </a:extLst>
            </p:cNvPr>
            <p:cNvSpPr/>
            <p:nvPr/>
          </p:nvSpPr>
          <p:spPr>
            <a:xfrm>
              <a:off x="5601160" y="3178660"/>
              <a:ext cx="0" cy="1288979"/>
            </a:xfrm>
            <a:custGeom>
              <a:avLst/>
              <a:gdLst/>
              <a:ahLst/>
              <a:cxnLst/>
              <a:rect l="l" t="t" r="r" b="b"/>
              <a:pathLst>
                <a:path h="1827529">
                  <a:moveTo>
                    <a:pt x="0" y="0"/>
                  </a:moveTo>
                  <a:lnTo>
                    <a:pt x="0" y="1827012"/>
                  </a:lnTo>
                </a:path>
              </a:pathLst>
            </a:custGeom>
            <a:ln w="8447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3" name="object 89">
              <a:extLst>
                <a:ext uri="{FF2B5EF4-FFF2-40B4-BE49-F238E27FC236}">
                  <a16:creationId xmlns:a16="http://schemas.microsoft.com/office/drawing/2014/main" id="{D37C1E99-8142-409B-BBB7-D1FF73A2784A}"/>
                </a:ext>
              </a:extLst>
            </p:cNvPr>
            <p:cNvSpPr/>
            <p:nvPr/>
          </p:nvSpPr>
          <p:spPr>
            <a:xfrm>
              <a:off x="5218275" y="6105877"/>
              <a:ext cx="361742" cy="166161"/>
            </a:xfrm>
            <a:custGeom>
              <a:avLst/>
              <a:gdLst/>
              <a:ahLst/>
              <a:cxnLst/>
              <a:rect l="l" t="t" r="r" b="b"/>
              <a:pathLst>
                <a:path w="490854" h="235584">
                  <a:moveTo>
                    <a:pt x="490540" y="0"/>
                  </a:moveTo>
                  <a:lnTo>
                    <a:pt x="0" y="0"/>
                  </a:lnTo>
                  <a:lnTo>
                    <a:pt x="0" y="130299"/>
                  </a:lnTo>
                  <a:lnTo>
                    <a:pt x="8240" y="171100"/>
                  </a:lnTo>
                  <a:lnTo>
                    <a:pt x="30706" y="204416"/>
                  </a:lnTo>
                  <a:lnTo>
                    <a:pt x="64024" y="226877"/>
                  </a:lnTo>
                  <a:lnTo>
                    <a:pt x="104813" y="235113"/>
                  </a:lnTo>
                  <a:lnTo>
                    <a:pt x="385736" y="235113"/>
                  </a:lnTo>
                  <a:lnTo>
                    <a:pt x="426534" y="226875"/>
                  </a:lnTo>
                  <a:lnTo>
                    <a:pt x="459847" y="204412"/>
                  </a:lnTo>
                  <a:lnTo>
                    <a:pt x="482305" y="171096"/>
                  </a:lnTo>
                  <a:lnTo>
                    <a:pt x="490540" y="130299"/>
                  </a:lnTo>
                  <a:lnTo>
                    <a:pt x="490540" y="0"/>
                  </a:lnTo>
                  <a:close/>
                </a:path>
              </a:pathLst>
            </a:custGeom>
            <a:solidFill>
              <a:srgbClr val="1E50DC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4" name="object 90">
              <a:extLst>
                <a:ext uri="{FF2B5EF4-FFF2-40B4-BE49-F238E27FC236}">
                  <a16:creationId xmlns:a16="http://schemas.microsoft.com/office/drawing/2014/main" id="{C9138CF6-660A-4527-B2F0-DA8B89DD7C4E}"/>
                </a:ext>
              </a:extLst>
            </p:cNvPr>
            <p:cNvSpPr/>
            <p:nvPr/>
          </p:nvSpPr>
          <p:spPr>
            <a:xfrm>
              <a:off x="5516837" y="6110557"/>
              <a:ext cx="468" cy="1791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539"/>
                  </a:moveTo>
                  <a:lnTo>
                    <a:pt x="247" y="2539"/>
                  </a:lnTo>
                  <a:lnTo>
                    <a:pt x="247" y="0"/>
                  </a:lnTo>
                  <a:lnTo>
                    <a:pt x="0" y="0"/>
                  </a:lnTo>
                  <a:lnTo>
                    <a:pt x="0" y="253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5" name="object 91">
              <a:extLst>
                <a:ext uri="{FF2B5EF4-FFF2-40B4-BE49-F238E27FC236}">
                  <a16:creationId xmlns:a16="http://schemas.microsoft.com/office/drawing/2014/main" id="{3E480526-1F82-444E-AAB2-70B4624428F5}"/>
                </a:ext>
              </a:extLst>
            </p:cNvPr>
            <p:cNvSpPr/>
            <p:nvPr/>
          </p:nvSpPr>
          <p:spPr>
            <a:xfrm>
              <a:off x="5516658" y="6106078"/>
              <a:ext cx="936" cy="4479"/>
            </a:xfrm>
            <a:custGeom>
              <a:avLst/>
              <a:gdLst/>
              <a:ahLst/>
              <a:cxnLst/>
              <a:rect l="l" t="t" r="r" b="b"/>
              <a:pathLst>
                <a:path w="1270" h="6350">
                  <a:moveTo>
                    <a:pt x="0" y="6349"/>
                  </a:moveTo>
                  <a:lnTo>
                    <a:pt x="732" y="6349"/>
                  </a:lnTo>
                  <a:lnTo>
                    <a:pt x="732" y="0"/>
                  </a:lnTo>
                  <a:lnTo>
                    <a:pt x="0" y="0"/>
                  </a:lnTo>
                  <a:lnTo>
                    <a:pt x="0" y="634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6" name="object 92">
              <a:extLst>
                <a:ext uri="{FF2B5EF4-FFF2-40B4-BE49-F238E27FC236}">
                  <a16:creationId xmlns:a16="http://schemas.microsoft.com/office/drawing/2014/main" id="{D8B6EBD1-3F52-4208-82E6-CD5856690D20}"/>
                </a:ext>
              </a:extLst>
            </p:cNvPr>
            <p:cNvSpPr/>
            <p:nvPr/>
          </p:nvSpPr>
          <p:spPr>
            <a:xfrm>
              <a:off x="5516470" y="6097121"/>
              <a:ext cx="936" cy="8957"/>
            </a:xfrm>
            <a:custGeom>
              <a:avLst/>
              <a:gdLst/>
              <a:ahLst/>
              <a:cxnLst/>
              <a:rect l="l" t="t" r="r" b="b"/>
              <a:pathLst>
                <a:path w="1270" h="12700">
                  <a:moveTo>
                    <a:pt x="0" y="12699"/>
                  </a:moveTo>
                  <a:lnTo>
                    <a:pt x="1242" y="12699"/>
                  </a:lnTo>
                  <a:lnTo>
                    <a:pt x="1242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7" name="object 93">
              <a:extLst>
                <a:ext uri="{FF2B5EF4-FFF2-40B4-BE49-F238E27FC236}">
                  <a16:creationId xmlns:a16="http://schemas.microsoft.com/office/drawing/2014/main" id="{35A34438-9E15-4274-AA43-17B21718BA02}"/>
                </a:ext>
              </a:extLst>
            </p:cNvPr>
            <p:cNvSpPr/>
            <p:nvPr/>
          </p:nvSpPr>
          <p:spPr>
            <a:xfrm>
              <a:off x="5516289" y="6086372"/>
              <a:ext cx="1404" cy="10749"/>
            </a:xfrm>
            <a:custGeom>
              <a:avLst/>
              <a:gdLst/>
              <a:ahLst/>
              <a:cxnLst/>
              <a:rect l="l" t="t" r="r" b="b"/>
              <a:pathLst>
                <a:path w="1904" h="15240">
                  <a:moveTo>
                    <a:pt x="0" y="15240"/>
                  </a:moveTo>
                  <a:lnTo>
                    <a:pt x="1733" y="15240"/>
                  </a:lnTo>
                  <a:lnTo>
                    <a:pt x="1733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8" name="object 94">
              <a:extLst>
                <a:ext uri="{FF2B5EF4-FFF2-40B4-BE49-F238E27FC236}">
                  <a16:creationId xmlns:a16="http://schemas.microsoft.com/office/drawing/2014/main" id="{3BCCCC68-2591-4A85-95CE-FF86CE5BD8BC}"/>
                </a:ext>
              </a:extLst>
            </p:cNvPr>
            <p:cNvSpPr/>
            <p:nvPr/>
          </p:nvSpPr>
          <p:spPr>
            <a:xfrm>
              <a:off x="5516117" y="6072040"/>
              <a:ext cx="1872" cy="14332"/>
            </a:xfrm>
            <a:custGeom>
              <a:avLst/>
              <a:gdLst/>
              <a:ahLst/>
              <a:cxnLst/>
              <a:rect l="l" t="t" r="r" b="b"/>
              <a:pathLst>
                <a:path w="2540" h="20320">
                  <a:moveTo>
                    <a:pt x="0" y="20320"/>
                  </a:moveTo>
                  <a:lnTo>
                    <a:pt x="2199" y="20320"/>
                  </a:lnTo>
                  <a:lnTo>
                    <a:pt x="2199" y="0"/>
                  </a:lnTo>
                  <a:lnTo>
                    <a:pt x="0" y="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9" name="object 95">
              <a:extLst>
                <a:ext uri="{FF2B5EF4-FFF2-40B4-BE49-F238E27FC236}">
                  <a16:creationId xmlns:a16="http://schemas.microsoft.com/office/drawing/2014/main" id="{9433A557-1D01-4FAD-9765-0524E2FA52EE}"/>
                </a:ext>
              </a:extLst>
            </p:cNvPr>
            <p:cNvSpPr/>
            <p:nvPr/>
          </p:nvSpPr>
          <p:spPr>
            <a:xfrm>
              <a:off x="5515947" y="6055021"/>
              <a:ext cx="2340" cy="17019"/>
            </a:xfrm>
            <a:custGeom>
              <a:avLst/>
              <a:gdLst/>
              <a:ahLst/>
              <a:cxnLst/>
              <a:rect l="l" t="t" r="r" b="b"/>
              <a:pathLst>
                <a:path w="3175" h="24129">
                  <a:moveTo>
                    <a:pt x="0" y="24130"/>
                  </a:moveTo>
                  <a:lnTo>
                    <a:pt x="2662" y="24130"/>
                  </a:lnTo>
                  <a:lnTo>
                    <a:pt x="2662" y="0"/>
                  </a:lnTo>
                  <a:lnTo>
                    <a:pt x="0" y="0"/>
                  </a:lnTo>
                  <a:lnTo>
                    <a:pt x="0" y="2413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0" name="object 96">
              <a:extLst>
                <a:ext uri="{FF2B5EF4-FFF2-40B4-BE49-F238E27FC236}">
                  <a16:creationId xmlns:a16="http://schemas.microsoft.com/office/drawing/2014/main" id="{568AE86B-72CF-4A45-9F1B-B7DA95987F1B}"/>
                </a:ext>
              </a:extLst>
            </p:cNvPr>
            <p:cNvSpPr/>
            <p:nvPr/>
          </p:nvSpPr>
          <p:spPr>
            <a:xfrm>
              <a:off x="5515782" y="6035314"/>
              <a:ext cx="2340" cy="19706"/>
            </a:xfrm>
            <a:custGeom>
              <a:avLst/>
              <a:gdLst/>
              <a:ahLst/>
              <a:cxnLst/>
              <a:rect l="l" t="t" r="r" b="b"/>
              <a:pathLst>
                <a:path w="3175" h="27940">
                  <a:moveTo>
                    <a:pt x="0" y="27940"/>
                  </a:moveTo>
                  <a:lnTo>
                    <a:pt x="3110" y="27940"/>
                  </a:lnTo>
                  <a:lnTo>
                    <a:pt x="3110" y="0"/>
                  </a:lnTo>
                  <a:lnTo>
                    <a:pt x="0" y="0"/>
                  </a:lnTo>
                  <a:lnTo>
                    <a:pt x="0" y="2794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1" name="object 97">
              <a:extLst>
                <a:ext uri="{FF2B5EF4-FFF2-40B4-BE49-F238E27FC236}">
                  <a16:creationId xmlns:a16="http://schemas.microsoft.com/office/drawing/2014/main" id="{B28ADDB2-2A78-473D-B270-E66DF978D8D8}"/>
                </a:ext>
              </a:extLst>
            </p:cNvPr>
            <p:cNvSpPr/>
            <p:nvPr/>
          </p:nvSpPr>
          <p:spPr>
            <a:xfrm>
              <a:off x="5515618" y="6012025"/>
              <a:ext cx="2808" cy="23289"/>
            </a:xfrm>
            <a:custGeom>
              <a:avLst/>
              <a:gdLst/>
              <a:ahLst/>
              <a:cxnLst/>
              <a:rect l="l" t="t" r="r" b="b"/>
              <a:pathLst>
                <a:path w="3809" h="33020">
                  <a:moveTo>
                    <a:pt x="0" y="33019"/>
                  </a:moveTo>
                  <a:lnTo>
                    <a:pt x="3554" y="33019"/>
                  </a:lnTo>
                  <a:lnTo>
                    <a:pt x="3554" y="0"/>
                  </a:lnTo>
                  <a:lnTo>
                    <a:pt x="0" y="0"/>
                  </a:lnTo>
                  <a:lnTo>
                    <a:pt x="0" y="3301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2" name="object 98">
              <a:extLst>
                <a:ext uri="{FF2B5EF4-FFF2-40B4-BE49-F238E27FC236}">
                  <a16:creationId xmlns:a16="http://schemas.microsoft.com/office/drawing/2014/main" id="{C3FA18E9-5591-41A9-8141-236279042CF9}"/>
                </a:ext>
              </a:extLst>
            </p:cNvPr>
            <p:cNvSpPr/>
            <p:nvPr/>
          </p:nvSpPr>
          <p:spPr>
            <a:xfrm>
              <a:off x="5515459" y="5986944"/>
              <a:ext cx="3276" cy="25081"/>
            </a:xfrm>
            <a:custGeom>
              <a:avLst/>
              <a:gdLst/>
              <a:ahLst/>
              <a:cxnLst/>
              <a:rect l="l" t="t" r="r" b="b"/>
              <a:pathLst>
                <a:path w="4445" h="35559">
                  <a:moveTo>
                    <a:pt x="0" y="35560"/>
                  </a:moveTo>
                  <a:lnTo>
                    <a:pt x="3984" y="35560"/>
                  </a:lnTo>
                  <a:lnTo>
                    <a:pt x="3984" y="0"/>
                  </a:lnTo>
                  <a:lnTo>
                    <a:pt x="0" y="0"/>
                  </a:lnTo>
                  <a:lnTo>
                    <a:pt x="0" y="3556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3" name="object 99">
              <a:extLst>
                <a:ext uri="{FF2B5EF4-FFF2-40B4-BE49-F238E27FC236}">
                  <a16:creationId xmlns:a16="http://schemas.microsoft.com/office/drawing/2014/main" id="{84344167-B1A7-4575-9434-0AE007F4E70A}"/>
                </a:ext>
              </a:extLst>
            </p:cNvPr>
            <p:cNvSpPr/>
            <p:nvPr/>
          </p:nvSpPr>
          <p:spPr>
            <a:xfrm>
              <a:off x="5516927" y="5861539"/>
              <a:ext cx="0" cy="125404"/>
            </a:xfrm>
            <a:custGeom>
              <a:avLst/>
              <a:gdLst/>
              <a:ahLst/>
              <a:cxnLst/>
              <a:rect l="l" t="t" r="r" b="b"/>
              <a:pathLst>
                <a:path h="177800">
                  <a:moveTo>
                    <a:pt x="0" y="0"/>
                  </a:moveTo>
                  <a:lnTo>
                    <a:pt x="0" y="177800"/>
                  </a:lnTo>
                </a:path>
              </a:pathLst>
            </a:custGeom>
            <a:ln w="5356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4" name="object 100">
              <a:extLst>
                <a:ext uri="{FF2B5EF4-FFF2-40B4-BE49-F238E27FC236}">
                  <a16:creationId xmlns:a16="http://schemas.microsoft.com/office/drawing/2014/main" id="{32782845-4CD2-48AA-A75D-CE3083D2C84D}"/>
                </a:ext>
              </a:extLst>
            </p:cNvPr>
            <p:cNvSpPr/>
            <p:nvPr/>
          </p:nvSpPr>
          <p:spPr>
            <a:xfrm>
              <a:off x="5516927" y="5784505"/>
              <a:ext cx="0" cy="77034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0"/>
                  </a:moveTo>
                  <a:lnTo>
                    <a:pt x="0" y="109220"/>
                  </a:lnTo>
                </a:path>
              </a:pathLst>
            </a:custGeom>
            <a:ln w="6059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5" name="object 101">
              <a:extLst>
                <a:ext uri="{FF2B5EF4-FFF2-40B4-BE49-F238E27FC236}">
                  <a16:creationId xmlns:a16="http://schemas.microsoft.com/office/drawing/2014/main" id="{DF4BB1DE-1E3C-4184-AE54-95C901CC3976}"/>
                </a:ext>
              </a:extLst>
            </p:cNvPr>
            <p:cNvSpPr/>
            <p:nvPr/>
          </p:nvSpPr>
          <p:spPr>
            <a:xfrm>
              <a:off x="5516927" y="5700305"/>
              <a:ext cx="0" cy="84200"/>
            </a:xfrm>
            <a:custGeom>
              <a:avLst/>
              <a:gdLst/>
              <a:ahLst/>
              <a:cxnLst/>
              <a:rect l="l" t="t" r="r" b="b"/>
              <a:pathLst>
                <a:path h="119379">
                  <a:moveTo>
                    <a:pt x="0" y="0"/>
                  </a:moveTo>
                  <a:lnTo>
                    <a:pt x="0" y="119380"/>
                  </a:lnTo>
                </a:path>
              </a:pathLst>
            </a:custGeom>
            <a:ln w="6689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6" name="object 102">
              <a:extLst>
                <a:ext uri="{FF2B5EF4-FFF2-40B4-BE49-F238E27FC236}">
                  <a16:creationId xmlns:a16="http://schemas.microsoft.com/office/drawing/2014/main" id="{5A3C012D-558F-4184-B55C-67E69D284FAF}"/>
                </a:ext>
              </a:extLst>
            </p:cNvPr>
            <p:cNvSpPr/>
            <p:nvPr/>
          </p:nvSpPr>
          <p:spPr>
            <a:xfrm>
              <a:off x="5516927" y="5608939"/>
              <a:ext cx="0" cy="91365"/>
            </a:xfrm>
            <a:custGeom>
              <a:avLst/>
              <a:gdLst/>
              <a:ahLst/>
              <a:cxnLst/>
              <a:rect l="l" t="t" r="r" b="b"/>
              <a:pathLst>
                <a:path h="129540">
                  <a:moveTo>
                    <a:pt x="0" y="0"/>
                  </a:moveTo>
                  <a:lnTo>
                    <a:pt x="0" y="129539"/>
                  </a:lnTo>
                </a:path>
              </a:pathLst>
            </a:custGeom>
            <a:ln w="7238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7" name="object 103">
              <a:extLst>
                <a:ext uri="{FF2B5EF4-FFF2-40B4-BE49-F238E27FC236}">
                  <a16:creationId xmlns:a16="http://schemas.microsoft.com/office/drawing/2014/main" id="{702AF611-2F11-4CC4-A1E4-47AF6ED0C366}"/>
                </a:ext>
              </a:extLst>
            </p:cNvPr>
            <p:cNvSpPr/>
            <p:nvPr/>
          </p:nvSpPr>
          <p:spPr>
            <a:xfrm>
              <a:off x="5516927" y="5511303"/>
              <a:ext cx="0" cy="97636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430"/>
                  </a:lnTo>
                </a:path>
              </a:pathLst>
            </a:custGeom>
            <a:ln w="7701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8" name="object 104">
              <a:extLst>
                <a:ext uri="{FF2B5EF4-FFF2-40B4-BE49-F238E27FC236}">
                  <a16:creationId xmlns:a16="http://schemas.microsoft.com/office/drawing/2014/main" id="{DC4C5E49-4DEE-459A-BDAF-FE63706D9962}"/>
                </a:ext>
              </a:extLst>
            </p:cNvPr>
            <p:cNvSpPr/>
            <p:nvPr/>
          </p:nvSpPr>
          <p:spPr>
            <a:xfrm>
              <a:off x="5516927" y="5407396"/>
              <a:ext cx="0" cy="103907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0"/>
                  </a:moveTo>
                  <a:lnTo>
                    <a:pt x="0" y="147319"/>
                  </a:lnTo>
                </a:path>
              </a:pathLst>
            </a:custGeom>
            <a:ln w="8072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99" name="object 105">
              <a:extLst>
                <a:ext uri="{FF2B5EF4-FFF2-40B4-BE49-F238E27FC236}">
                  <a16:creationId xmlns:a16="http://schemas.microsoft.com/office/drawing/2014/main" id="{E567CF1C-736F-48BE-88DA-A26830ABCD16}"/>
                </a:ext>
              </a:extLst>
            </p:cNvPr>
            <p:cNvSpPr/>
            <p:nvPr/>
          </p:nvSpPr>
          <p:spPr>
            <a:xfrm>
              <a:off x="5516927" y="5299010"/>
              <a:ext cx="0" cy="108385"/>
            </a:xfrm>
            <a:custGeom>
              <a:avLst/>
              <a:gdLst/>
              <a:ahLst/>
              <a:cxnLst/>
              <a:rect l="l" t="t" r="r" b="b"/>
              <a:pathLst>
                <a:path h="153670">
                  <a:moveTo>
                    <a:pt x="0" y="0"/>
                  </a:moveTo>
                  <a:lnTo>
                    <a:pt x="0" y="153669"/>
                  </a:lnTo>
                </a:path>
              </a:pathLst>
            </a:custGeom>
            <a:ln w="8346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0" name="object 106">
              <a:extLst>
                <a:ext uri="{FF2B5EF4-FFF2-40B4-BE49-F238E27FC236}">
                  <a16:creationId xmlns:a16="http://schemas.microsoft.com/office/drawing/2014/main" id="{398B1765-27EB-46BD-B054-F0FB7F7DBA9D}"/>
                </a:ext>
              </a:extLst>
            </p:cNvPr>
            <p:cNvSpPr/>
            <p:nvPr/>
          </p:nvSpPr>
          <p:spPr>
            <a:xfrm>
              <a:off x="5516927" y="4849346"/>
              <a:ext cx="0" cy="449665"/>
            </a:xfrm>
            <a:custGeom>
              <a:avLst/>
              <a:gdLst/>
              <a:ahLst/>
              <a:cxnLst/>
              <a:rect l="l" t="t" r="r" b="b"/>
              <a:pathLst>
                <a:path h="637540">
                  <a:moveTo>
                    <a:pt x="0" y="0"/>
                  </a:moveTo>
                  <a:lnTo>
                    <a:pt x="0" y="637540"/>
                  </a:lnTo>
                </a:path>
              </a:pathLst>
            </a:custGeom>
            <a:ln w="8345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1" name="object 107">
              <a:extLst>
                <a:ext uri="{FF2B5EF4-FFF2-40B4-BE49-F238E27FC236}">
                  <a16:creationId xmlns:a16="http://schemas.microsoft.com/office/drawing/2014/main" id="{1D45EAE1-31ED-4B89-B0AB-CBDC65CA1EE1}"/>
                </a:ext>
              </a:extLst>
            </p:cNvPr>
            <p:cNvSpPr/>
            <p:nvPr/>
          </p:nvSpPr>
          <p:spPr>
            <a:xfrm>
              <a:off x="5516927" y="4745440"/>
              <a:ext cx="0" cy="103907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0"/>
                  </a:moveTo>
                  <a:lnTo>
                    <a:pt x="0" y="147320"/>
                  </a:lnTo>
                </a:path>
              </a:pathLst>
            </a:custGeom>
            <a:ln w="807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2" name="object 108">
              <a:extLst>
                <a:ext uri="{FF2B5EF4-FFF2-40B4-BE49-F238E27FC236}">
                  <a16:creationId xmlns:a16="http://schemas.microsoft.com/office/drawing/2014/main" id="{A2B0197A-8BC9-4AF3-8617-2579CAC26D02}"/>
                </a:ext>
              </a:extLst>
            </p:cNvPr>
            <p:cNvSpPr/>
            <p:nvPr/>
          </p:nvSpPr>
          <p:spPr>
            <a:xfrm>
              <a:off x="5516927" y="4647804"/>
              <a:ext cx="0" cy="97636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430"/>
                  </a:lnTo>
                </a:path>
              </a:pathLst>
            </a:custGeom>
            <a:ln w="7701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3" name="object 109">
              <a:extLst>
                <a:ext uri="{FF2B5EF4-FFF2-40B4-BE49-F238E27FC236}">
                  <a16:creationId xmlns:a16="http://schemas.microsoft.com/office/drawing/2014/main" id="{186EDFBD-7F93-4CA8-B6A9-D60E049BF19F}"/>
                </a:ext>
              </a:extLst>
            </p:cNvPr>
            <p:cNvSpPr/>
            <p:nvPr/>
          </p:nvSpPr>
          <p:spPr>
            <a:xfrm>
              <a:off x="5516927" y="4556438"/>
              <a:ext cx="0" cy="91365"/>
            </a:xfrm>
            <a:custGeom>
              <a:avLst/>
              <a:gdLst/>
              <a:ahLst/>
              <a:cxnLst/>
              <a:rect l="l" t="t" r="r" b="b"/>
              <a:pathLst>
                <a:path h="129540">
                  <a:moveTo>
                    <a:pt x="0" y="0"/>
                  </a:moveTo>
                  <a:lnTo>
                    <a:pt x="0" y="129539"/>
                  </a:lnTo>
                </a:path>
              </a:pathLst>
            </a:custGeom>
            <a:ln w="7238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4" name="object 110">
              <a:extLst>
                <a:ext uri="{FF2B5EF4-FFF2-40B4-BE49-F238E27FC236}">
                  <a16:creationId xmlns:a16="http://schemas.microsoft.com/office/drawing/2014/main" id="{A1A55D2C-4327-4291-86F6-BDEBFFC619A8}"/>
                </a:ext>
              </a:extLst>
            </p:cNvPr>
            <p:cNvSpPr/>
            <p:nvPr/>
          </p:nvSpPr>
          <p:spPr>
            <a:xfrm>
              <a:off x="5516927" y="4201722"/>
              <a:ext cx="0" cy="354715"/>
            </a:xfrm>
            <a:custGeom>
              <a:avLst/>
              <a:gdLst/>
              <a:ahLst/>
              <a:cxnLst/>
              <a:rect l="l" t="t" r="r" b="b"/>
              <a:pathLst>
                <a:path h="502920">
                  <a:moveTo>
                    <a:pt x="0" y="0"/>
                  </a:moveTo>
                  <a:lnTo>
                    <a:pt x="0" y="502919"/>
                  </a:lnTo>
                </a:path>
              </a:pathLst>
            </a:custGeom>
            <a:ln w="6687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5" name="object 111">
              <a:extLst>
                <a:ext uri="{FF2B5EF4-FFF2-40B4-BE49-F238E27FC236}">
                  <a16:creationId xmlns:a16="http://schemas.microsoft.com/office/drawing/2014/main" id="{ED17C538-5EA4-40D6-B35F-CE68370B5D2E}"/>
                </a:ext>
              </a:extLst>
            </p:cNvPr>
            <p:cNvSpPr/>
            <p:nvPr/>
          </p:nvSpPr>
          <p:spPr>
            <a:xfrm>
              <a:off x="5515946" y="4184703"/>
              <a:ext cx="2340" cy="17019"/>
            </a:xfrm>
            <a:custGeom>
              <a:avLst/>
              <a:gdLst/>
              <a:ahLst/>
              <a:cxnLst/>
              <a:rect l="l" t="t" r="r" b="b"/>
              <a:pathLst>
                <a:path w="3175" h="24129">
                  <a:moveTo>
                    <a:pt x="0" y="24129"/>
                  </a:moveTo>
                  <a:lnTo>
                    <a:pt x="2663" y="24129"/>
                  </a:lnTo>
                  <a:lnTo>
                    <a:pt x="2663" y="0"/>
                  </a:lnTo>
                  <a:lnTo>
                    <a:pt x="0" y="0"/>
                  </a:lnTo>
                  <a:lnTo>
                    <a:pt x="0" y="2412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6" name="object 112">
              <a:extLst>
                <a:ext uri="{FF2B5EF4-FFF2-40B4-BE49-F238E27FC236}">
                  <a16:creationId xmlns:a16="http://schemas.microsoft.com/office/drawing/2014/main" id="{492B90B9-BE50-42D1-804F-55C69A9D27C7}"/>
                </a:ext>
              </a:extLst>
            </p:cNvPr>
            <p:cNvSpPr/>
            <p:nvPr/>
          </p:nvSpPr>
          <p:spPr>
            <a:xfrm>
              <a:off x="5516117" y="4170370"/>
              <a:ext cx="1872" cy="14332"/>
            </a:xfrm>
            <a:custGeom>
              <a:avLst/>
              <a:gdLst/>
              <a:ahLst/>
              <a:cxnLst/>
              <a:rect l="l" t="t" r="r" b="b"/>
              <a:pathLst>
                <a:path w="2540" h="20320">
                  <a:moveTo>
                    <a:pt x="0" y="20320"/>
                  </a:moveTo>
                  <a:lnTo>
                    <a:pt x="2201" y="20320"/>
                  </a:lnTo>
                  <a:lnTo>
                    <a:pt x="2201" y="0"/>
                  </a:lnTo>
                  <a:lnTo>
                    <a:pt x="0" y="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7" name="object 113">
              <a:extLst>
                <a:ext uri="{FF2B5EF4-FFF2-40B4-BE49-F238E27FC236}">
                  <a16:creationId xmlns:a16="http://schemas.microsoft.com/office/drawing/2014/main" id="{1646CFAB-D02C-4191-A13C-318F5DC36739}"/>
                </a:ext>
              </a:extLst>
            </p:cNvPr>
            <p:cNvSpPr/>
            <p:nvPr/>
          </p:nvSpPr>
          <p:spPr>
            <a:xfrm>
              <a:off x="5516295" y="4158726"/>
              <a:ext cx="1404" cy="11645"/>
            </a:xfrm>
            <a:custGeom>
              <a:avLst/>
              <a:gdLst/>
              <a:ahLst/>
              <a:cxnLst/>
              <a:rect l="l" t="t" r="r" b="b"/>
              <a:pathLst>
                <a:path w="1904" h="16509">
                  <a:moveTo>
                    <a:pt x="0" y="16510"/>
                  </a:moveTo>
                  <a:lnTo>
                    <a:pt x="1717" y="16510"/>
                  </a:lnTo>
                  <a:lnTo>
                    <a:pt x="1717" y="0"/>
                  </a:lnTo>
                  <a:lnTo>
                    <a:pt x="0" y="0"/>
                  </a:lnTo>
                  <a:lnTo>
                    <a:pt x="0" y="1651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8" name="object 114">
              <a:extLst>
                <a:ext uri="{FF2B5EF4-FFF2-40B4-BE49-F238E27FC236}">
                  <a16:creationId xmlns:a16="http://schemas.microsoft.com/office/drawing/2014/main" id="{7A204FB2-D63E-4FCD-9CD5-33A4F0AD8195}"/>
                </a:ext>
              </a:extLst>
            </p:cNvPr>
            <p:cNvSpPr/>
            <p:nvPr/>
          </p:nvSpPr>
          <p:spPr>
            <a:xfrm>
              <a:off x="5516478" y="4150665"/>
              <a:ext cx="936" cy="8062"/>
            </a:xfrm>
            <a:custGeom>
              <a:avLst/>
              <a:gdLst/>
              <a:ahLst/>
              <a:cxnLst/>
              <a:rect l="l" t="t" r="r" b="b"/>
              <a:pathLst>
                <a:path w="1270" h="11429">
                  <a:moveTo>
                    <a:pt x="0" y="11430"/>
                  </a:moveTo>
                  <a:lnTo>
                    <a:pt x="1220" y="11430"/>
                  </a:lnTo>
                  <a:lnTo>
                    <a:pt x="1220" y="0"/>
                  </a:lnTo>
                  <a:lnTo>
                    <a:pt x="0" y="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09" name="object 115">
              <a:extLst>
                <a:ext uri="{FF2B5EF4-FFF2-40B4-BE49-F238E27FC236}">
                  <a16:creationId xmlns:a16="http://schemas.microsoft.com/office/drawing/2014/main" id="{1FF8091D-F8FF-4984-A6D4-B44C21EE7F3F}"/>
                </a:ext>
              </a:extLst>
            </p:cNvPr>
            <p:cNvSpPr/>
            <p:nvPr/>
          </p:nvSpPr>
          <p:spPr>
            <a:xfrm>
              <a:off x="5516655" y="4146186"/>
              <a:ext cx="936" cy="4479"/>
            </a:xfrm>
            <a:custGeom>
              <a:avLst/>
              <a:gdLst/>
              <a:ahLst/>
              <a:cxnLst/>
              <a:rect l="l" t="t" r="r" b="b"/>
              <a:pathLst>
                <a:path w="1270" h="6350">
                  <a:moveTo>
                    <a:pt x="0" y="6350"/>
                  </a:moveTo>
                  <a:lnTo>
                    <a:pt x="740" y="6350"/>
                  </a:lnTo>
                  <a:lnTo>
                    <a:pt x="740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0" name="object 116">
              <a:extLst>
                <a:ext uri="{FF2B5EF4-FFF2-40B4-BE49-F238E27FC236}">
                  <a16:creationId xmlns:a16="http://schemas.microsoft.com/office/drawing/2014/main" id="{1E1F593E-971A-4F92-B96C-DCC60C6629D0}"/>
                </a:ext>
              </a:extLst>
            </p:cNvPr>
            <p:cNvSpPr/>
            <p:nvPr/>
          </p:nvSpPr>
          <p:spPr>
            <a:xfrm>
              <a:off x="5516828" y="4144394"/>
              <a:ext cx="468" cy="1791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539"/>
                  </a:moveTo>
                  <a:lnTo>
                    <a:pt x="270" y="2539"/>
                  </a:lnTo>
                  <a:lnTo>
                    <a:pt x="270" y="0"/>
                  </a:lnTo>
                  <a:lnTo>
                    <a:pt x="0" y="0"/>
                  </a:lnTo>
                  <a:lnTo>
                    <a:pt x="0" y="253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1" name="object 117">
              <a:extLst>
                <a:ext uri="{FF2B5EF4-FFF2-40B4-BE49-F238E27FC236}">
                  <a16:creationId xmlns:a16="http://schemas.microsoft.com/office/drawing/2014/main" id="{EF8738A0-B77C-4817-BC55-6952B4850BE9}"/>
                </a:ext>
              </a:extLst>
            </p:cNvPr>
            <p:cNvSpPr/>
            <p:nvPr/>
          </p:nvSpPr>
          <p:spPr>
            <a:xfrm>
              <a:off x="5398941" y="6110557"/>
              <a:ext cx="468" cy="1791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539"/>
                  </a:moveTo>
                  <a:lnTo>
                    <a:pt x="247" y="2539"/>
                  </a:lnTo>
                  <a:lnTo>
                    <a:pt x="247" y="0"/>
                  </a:lnTo>
                  <a:lnTo>
                    <a:pt x="0" y="0"/>
                  </a:lnTo>
                  <a:lnTo>
                    <a:pt x="0" y="253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2" name="object 118">
              <a:extLst>
                <a:ext uri="{FF2B5EF4-FFF2-40B4-BE49-F238E27FC236}">
                  <a16:creationId xmlns:a16="http://schemas.microsoft.com/office/drawing/2014/main" id="{0085C53D-D3A9-4384-BBB6-DB7BEE151B44}"/>
                </a:ext>
              </a:extLst>
            </p:cNvPr>
            <p:cNvSpPr/>
            <p:nvPr/>
          </p:nvSpPr>
          <p:spPr>
            <a:xfrm>
              <a:off x="5398762" y="6106078"/>
              <a:ext cx="936" cy="4479"/>
            </a:xfrm>
            <a:custGeom>
              <a:avLst/>
              <a:gdLst/>
              <a:ahLst/>
              <a:cxnLst/>
              <a:rect l="l" t="t" r="r" b="b"/>
              <a:pathLst>
                <a:path w="1270" h="6350">
                  <a:moveTo>
                    <a:pt x="0" y="6349"/>
                  </a:moveTo>
                  <a:lnTo>
                    <a:pt x="734" y="6349"/>
                  </a:lnTo>
                  <a:lnTo>
                    <a:pt x="734" y="0"/>
                  </a:lnTo>
                  <a:lnTo>
                    <a:pt x="0" y="0"/>
                  </a:lnTo>
                  <a:lnTo>
                    <a:pt x="0" y="634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3" name="object 119">
              <a:extLst>
                <a:ext uri="{FF2B5EF4-FFF2-40B4-BE49-F238E27FC236}">
                  <a16:creationId xmlns:a16="http://schemas.microsoft.com/office/drawing/2014/main" id="{636070D4-33E8-4F19-9217-FDD3D034EC78}"/>
                </a:ext>
              </a:extLst>
            </p:cNvPr>
            <p:cNvSpPr/>
            <p:nvPr/>
          </p:nvSpPr>
          <p:spPr>
            <a:xfrm>
              <a:off x="5398574" y="6097121"/>
              <a:ext cx="936" cy="8957"/>
            </a:xfrm>
            <a:custGeom>
              <a:avLst/>
              <a:gdLst/>
              <a:ahLst/>
              <a:cxnLst/>
              <a:rect l="l" t="t" r="r" b="b"/>
              <a:pathLst>
                <a:path w="1270" h="12700">
                  <a:moveTo>
                    <a:pt x="0" y="12699"/>
                  </a:moveTo>
                  <a:lnTo>
                    <a:pt x="1244" y="12699"/>
                  </a:lnTo>
                  <a:lnTo>
                    <a:pt x="1244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4" name="object 120">
              <a:extLst>
                <a:ext uri="{FF2B5EF4-FFF2-40B4-BE49-F238E27FC236}">
                  <a16:creationId xmlns:a16="http://schemas.microsoft.com/office/drawing/2014/main" id="{27816275-19EC-4919-A56C-592C3120FAFF}"/>
                </a:ext>
              </a:extLst>
            </p:cNvPr>
            <p:cNvSpPr/>
            <p:nvPr/>
          </p:nvSpPr>
          <p:spPr>
            <a:xfrm>
              <a:off x="5398393" y="6086372"/>
              <a:ext cx="1404" cy="10749"/>
            </a:xfrm>
            <a:custGeom>
              <a:avLst/>
              <a:gdLst/>
              <a:ahLst/>
              <a:cxnLst/>
              <a:rect l="l" t="t" r="r" b="b"/>
              <a:pathLst>
                <a:path w="1904" h="15240">
                  <a:moveTo>
                    <a:pt x="0" y="15240"/>
                  </a:moveTo>
                  <a:lnTo>
                    <a:pt x="1736" y="15240"/>
                  </a:lnTo>
                  <a:lnTo>
                    <a:pt x="1736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5" name="object 121">
              <a:extLst>
                <a:ext uri="{FF2B5EF4-FFF2-40B4-BE49-F238E27FC236}">
                  <a16:creationId xmlns:a16="http://schemas.microsoft.com/office/drawing/2014/main" id="{036EB628-AA17-45ED-A48C-CB03A83CB7A3}"/>
                </a:ext>
              </a:extLst>
            </p:cNvPr>
            <p:cNvSpPr/>
            <p:nvPr/>
          </p:nvSpPr>
          <p:spPr>
            <a:xfrm>
              <a:off x="5398222" y="6072040"/>
              <a:ext cx="1872" cy="14332"/>
            </a:xfrm>
            <a:custGeom>
              <a:avLst/>
              <a:gdLst/>
              <a:ahLst/>
              <a:cxnLst/>
              <a:rect l="l" t="t" r="r" b="b"/>
              <a:pathLst>
                <a:path w="2540" h="20320">
                  <a:moveTo>
                    <a:pt x="0" y="20320"/>
                  </a:moveTo>
                  <a:lnTo>
                    <a:pt x="2202" y="20320"/>
                  </a:lnTo>
                  <a:lnTo>
                    <a:pt x="2202" y="0"/>
                  </a:lnTo>
                  <a:lnTo>
                    <a:pt x="0" y="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6" name="object 122">
              <a:extLst>
                <a:ext uri="{FF2B5EF4-FFF2-40B4-BE49-F238E27FC236}">
                  <a16:creationId xmlns:a16="http://schemas.microsoft.com/office/drawing/2014/main" id="{A7F25E7B-DF06-45EA-A873-99981D12170B}"/>
                </a:ext>
              </a:extLst>
            </p:cNvPr>
            <p:cNvSpPr/>
            <p:nvPr/>
          </p:nvSpPr>
          <p:spPr>
            <a:xfrm>
              <a:off x="5398051" y="6055021"/>
              <a:ext cx="2340" cy="17019"/>
            </a:xfrm>
            <a:custGeom>
              <a:avLst/>
              <a:gdLst/>
              <a:ahLst/>
              <a:cxnLst/>
              <a:rect l="l" t="t" r="r" b="b"/>
              <a:pathLst>
                <a:path w="3175" h="24129">
                  <a:moveTo>
                    <a:pt x="0" y="24130"/>
                  </a:moveTo>
                  <a:lnTo>
                    <a:pt x="2666" y="24130"/>
                  </a:lnTo>
                  <a:lnTo>
                    <a:pt x="2666" y="0"/>
                  </a:lnTo>
                  <a:lnTo>
                    <a:pt x="0" y="0"/>
                  </a:lnTo>
                  <a:lnTo>
                    <a:pt x="0" y="2413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7" name="object 123">
              <a:extLst>
                <a:ext uri="{FF2B5EF4-FFF2-40B4-BE49-F238E27FC236}">
                  <a16:creationId xmlns:a16="http://schemas.microsoft.com/office/drawing/2014/main" id="{E927AAE8-4B9C-4FE4-8AE4-31654BF4A3F1}"/>
                </a:ext>
              </a:extLst>
            </p:cNvPr>
            <p:cNvSpPr/>
            <p:nvPr/>
          </p:nvSpPr>
          <p:spPr>
            <a:xfrm>
              <a:off x="5397886" y="6035314"/>
              <a:ext cx="2340" cy="19706"/>
            </a:xfrm>
            <a:custGeom>
              <a:avLst/>
              <a:gdLst/>
              <a:ahLst/>
              <a:cxnLst/>
              <a:rect l="l" t="t" r="r" b="b"/>
              <a:pathLst>
                <a:path w="3175" h="27940">
                  <a:moveTo>
                    <a:pt x="0" y="27940"/>
                  </a:moveTo>
                  <a:lnTo>
                    <a:pt x="3114" y="27940"/>
                  </a:lnTo>
                  <a:lnTo>
                    <a:pt x="3114" y="0"/>
                  </a:lnTo>
                  <a:lnTo>
                    <a:pt x="0" y="0"/>
                  </a:lnTo>
                  <a:lnTo>
                    <a:pt x="0" y="2794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8" name="object 124">
              <a:extLst>
                <a:ext uri="{FF2B5EF4-FFF2-40B4-BE49-F238E27FC236}">
                  <a16:creationId xmlns:a16="http://schemas.microsoft.com/office/drawing/2014/main" id="{FDC05BD6-AF8F-4957-BDD4-B8D7EBD2C4C4}"/>
                </a:ext>
              </a:extLst>
            </p:cNvPr>
            <p:cNvSpPr/>
            <p:nvPr/>
          </p:nvSpPr>
          <p:spPr>
            <a:xfrm>
              <a:off x="5397722" y="6012025"/>
              <a:ext cx="2808" cy="23289"/>
            </a:xfrm>
            <a:custGeom>
              <a:avLst/>
              <a:gdLst/>
              <a:ahLst/>
              <a:cxnLst/>
              <a:rect l="l" t="t" r="r" b="b"/>
              <a:pathLst>
                <a:path w="3809" h="33020">
                  <a:moveTo>
                    <a:pt x="0" y="33019"/>
                  </a:moveTo>
                  <a:lnTo>
                    <a:pt x="3558" y="33019"/>
                  </a:lnTo>
                  <a:lnTo>
                    <a:pt x="3558" y="0"/>
                  </a:lnTo>
                  <a:lnTo>
                    <a:pt x="0" y="0"/>
                  </a:lnTo>
                  <a:lnTo>
                    <a:pt x="0" y="3301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19" name="object 125">
              <a:extLst>
                <a:ext uri="{FF2B5EF4-FFF2-40B4-BE49-F238E27FC236}">
                  <a16:creationId xmlns:a16="http://schemas.microsoft.com/office/drawing/2014/main" id="{F986486B-4491-4364-9902-0A85E0B33A6C}"/>
                </a:ext>
              </a:extLst>
            </p:cNvPr>
            <p:cNvSpPr/>
            <p:nvPr/>
          </p:nvSpPr>
          <p:spPr>
            <a:xfrm>
              <a:off x="5397564" y="5986944"/>
              <a:ext cx="3276" cy="25081"/>
            </a:xfrm>
            <a:custGeom>
              <a:avLst/>
              <a:gdLst/>
              <a:ahLst/>
              <a:cxnLst/>
              <a:rect l="l" t="t" r="r" b="b"/>
              <a:pathLst>
                <a:path w="4445" h="35559">
                  <a:moveTo>
                    <a:pt x="0" y="35560"/>
                  </a:moveTo>
                  <a:lnTo>
                    <a:pt x="3988" y="35560"/>
                  </a:lnTo>
                  <a:lnTo>
                    <a:pt x="3988" y="0"/>
                  </a:lnTo>
                  <a:lnTo>
                    <a:pt x="0" y="0"/>
                  </a:lnTo>
                  <a:lnTo>
                    <a:pt x="0" y="3556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0" name="object 126">
              <a:extLst>
                <a:ext uri="{FF2B5EF4-FFF2-40B4-BE49-F238E27FC236}">
                  <a16:creationId xmlns:a16="http://schemas.microsoft.com/office/drawing/2014/main" id="{AAF33DBC-F031-4A73-8294-1F0A745E99B7}"/>
                </a:ext>
              </a:extLst>
            </p:cNvPr>
            <p:cNvSpPr/>
            <p:nvPr/>
          </p:nvSpPr>
          <p:spPr>
            <a:xfrm>
              <a:off x="5399033" y="5861539"/>
              <a:ext cx="0" cy="125404"/>
            </a:xfrm>
            <a:custGeom>
              <a:avLst/>
              <a:gdLst/>
              <a:ahLst/>
              <a:cxnLst/>
              <a:rect l="l" t="t" r="r" b="b"/>
              <a:pathLst>
                <a:path h="177800">
                  <a:moveTo>
                    <a:pt x="0" y="0"/>
                  </a:moveTo>
                  <a:lnTo>
                    <a:pt x="0" y="177800"/>
                  </a:lnTo>
                </a:path>
              </a:pathLst>
            </a:custGeom>
            <a:ln w="5361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1" name="object 127">
              <a:extLst>
                <a:ext uri="{FF2B5EF4-FFF2-40B4-BE49-F238E27FC236}">
                  <a16:creationId xmlns:a16="http://schemas.microsoft.com/office/drawing/2014/main" id="{321B9796-5A30-4481-A398-2749BF221A28}"/>
                </a:ext>
              </a:extLst>
            </p:cNvPr>
            <p:cNvSpPr/>
            <p:nvPr/>
          </p:nvSpPr>
          <p:spPr>
            <a:xfrm>
              <a:off x="5399033" y="5784505"/>
              <a:ext cx="0" cy="77034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0"/>
                  </a:moveTo>
                  <a:lnTo>
                    <a:pt x="0" y="109220"/>
                  </a:lnTo>
                </a:path>
              </a:pathLst>
            </a:custGeom>
            <a:ln w="606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2" name="object 128">
              <a:extLst>
                <a:ext uri="{FF2B5EF4-FFF2-40B4-BE49-F238E27FC236}">
                  <a16:creationId xmlns:a16="http://schemas.microsoft.com/office/drawing/2014/main" id="{A9E8CB44-DF2C-43BC-90D1-3B69D7258B49}"/>
                </a:ext>
              </a:extLst>
            </p:cNvPr>
            <p:cNvSpPr/>
            <p:nvPr/>
          </p:nvSpPr>
          <p:spPr>
            <a:xfrm>
              <a:off x="5399033" y="5700305"/>
              <a:ext cx="0" cy="84200"/>
            </a:xfrm>
            <a:custGeom>
              <a:avLst/>
              <a:gdLst/>
              <a:ahLst/>
              <a:cxnLst/>
              <a:rect l="l" t="t" r="r" b="b"/>
              <a:pathLst>
                <a:path h="119379">
                  <a:moveTo>
                    <a:pt x="0" y="0"/>
                  </a:moveTo>
                  <a:lnTo>
                    <a:pt x="0" y="119380"/>
                  </a:lnTo>
                </a:path>
              </a:pathLst>
            </a:custGeom>
            <a:ln w="669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3" name="object 129">
              <a:extLst>
                <a:ext uri="{FF2B5EF4-FFF2-40B4-BE49-F238E27FC236}">
                  <a16:creationId xmlns:a16="http://schemas.microsoft.com/office/drawing/2014/main" id="{0DD9F268-30C9-43DA-ADFE-BEA5E7602B95}"/>
                </a:ext>
              </a:extLst>
            </p:cNvPr>
            <p:cNvSpPr/>
            <p:nvPr/>
          </p:nvSpPr>
          <p:spPr>
            <a:xfrm>
              <a:off x="5399033" y="5608939"/>
              <a:ext cx="0" cy="91365"/>
            </a:xfrm>
            <a:custGeom>
              <a:avLst/>
              <a:gdLst/>
              <a:ahLst/>
              <a:cxnLst/>
              <a:rect l="l" t="t" r="r" b="b"/>
              <a:pathLst>
                <a:path h="129540">
                  <a:moveTo>
                    <a:pt x="0" y="0"/>
                  </a:moveTo>
                  <a:lnTo>
                    <a:pt x="0" y="129539"/>
                  </a:lnTo>
                </a:path>
              </a:pathLst>
            </a:custGeom>
            <a:ln w="7240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4" name="object 130">
              <a:extLst>
                <a:ext uri="{FF2B5EF4-FFF2-40B4-BE49-F238E27FC236}">
                  <a16:creationId xmlns:a16="http://schemas.microsoft.com/office/drawing/2014/main" id="{55D4117D-9297-4FD7-8522-C7327BBFD3C4}"/>
                </a:ext>
              </a:extLst>
            </p:cNvPr>
            <p:cNvSpPr/>
            <p:nvPr/>
          </p:nvSpPr>
          <p:spPr>
            <a:xfrm>
              <a:off x="5399033" y="5511303"/>
              <a:ext cx="0" cy="97636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430"/>
                  </a:lnTo>
                </a:path>
              </a:pathLst>
            </a:custGeom>
            <a:ln w="7702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5" name="object 131">
              <a:extLst>
                <a:ext uri="{FF2B5EF4-FFF2-40B4-BE49-F238E27FC236}">
                  <a16:creationId xmlns:a16="http://schemas.microsoft.com/office/drawing/2014/main" id="{03581E84-59DF-4718-A410-F9CBF05DE34C}"/>
                </a:ext>
              </a:extLst>
            </p:cNvPr>
            <p:cNvSpPr/>
            <p:nvPr/>
          </p:nvSpPr>
          <p:spPr>
            <a:xfrm>
              <a:off x="5399032" y="5407396"/>
              <a:ext cx="0" cy="103907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0"/>
                  </a:moveTo>
                  <a:lnTo>
                    <a:pt x="0" y="147319"/>
                  </a:lnTo>
                </a:path>
              </a:pathLst>
            </a:custGeom>
            <a:ln w="807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6" name="object 132">
              <a:extLst>
                <a:ext uri="{FF2B5EF4-FFF2-40B4-BE49-F238E27FC236}">
                  <a16:creationId xmlns:a16="http://schemas.microsoft.com/office/drawing/2014/main" id="{70BBE7CB-1F4C-46D9-9680-F9B46D0BDC17}"/>
                </a:ext>
              </a:extLst>
            </p:cNvPr>
            <p:cNvSpPr/>
            <p:nvPr/>
          </p:nvSpPr>
          <p:spPr>
            <a:xfrm>
              <a:off x="5399032" y="5299010"/>
              <a:ext cx="0" cy="108385"/>
            </a:xfrm>
            <a:custGeom>
              <a:avLst/>
              <a:gdLst/>
              <a:ahLst/>
              <a:cxnLst/>
              <a:rect l="l" t="t" r="r" b="b"/>
              <a:pathLst>
                <a:path h="153670">
                  <a:moveTo>
                    <a:pt x="0" y="0"/>
                  </a:moveTo>
                  <a:lnTo>
                    <a:pt x="0" y="153669"/>
                  </a:lnTo>
                </a:path>
              </a:pathLst>
            </a:custGeom>
            <a:ln w="8346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7" name="object 133">
              <a:extLst>
                <a:ext uri="{FF2B5EF4-FFF2-40B4-BE49-F238E27FC236}">
                  <a16:creationId xmlns:a16="http://schemas.microsoft.com/office/drawing/2014/main" id="{686981EF-4390-4130-B5DE-62E0599E0D7D}"/>
                </a:ext>
              </a:extLst>
            </p:cNvPr>
            <p:cNvSpPr/>
            <p:nvPr/>
          </p:nvSpPr>
          <p:spPr>
            <a:xfrm>
              <a:off x="5399032" y="4849346"/>
              <a:ext cx="0" cy="449665"/>
            </a:xfrm>
            <a:custGeom>
              <a:avLst/>
              <a:gdLst/>
              <a:ahLst/>
              <a:cxnLst/>
              <a:rect l="l" t="t" r="r" b="b"/>
              <a:pathLst>
                <a:path h="637540">
                  <a:moveTo>
                    <a:pt x="0" y="0"/>
                  </a:moveTo>
                  <a:lnTo>
                    <a:pt x="0" y="637540"/>
                  </a:lnTo>
                </a:path>
              </a:pathLst>
            </a:custGeom>
            <a:ln w="8346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8" name="object 134">
              <a:extLst>
                <a:ext uri="{FF2B5EF4-FFF2-40B4-BE49-F238E27FC236}">
                  <a16:creationId xmlns:a16="http://schemas.microsoft.com/office/drawing/2014/main" id="{4C9D0417-634E-4B34-9D27-2E40FF11CD16}"/>
                </a:ext>
              </a:extLst>
            </p:cNvPr>
            <p:cNvSpPr/>
            <p:nvPr/>
          </p:nvSpPr>
          <p:spPr>
            <a:xfrm>
              <a:off x="5399032" y="4745440"/>
              <a:ext cx="0" cy="103907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0"/>
                  </a:moveTo>
                  <a:lnTo>
                    <a:pt x="0" y="147320"/>
                  </a:lnTo>
                </a:path>
              </a:pathLst>
            </a:custGeom>
            <a:ln w="8074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29" name="object 135">
              <a:extLst>
                <a:ext uri="{FF2B5EF4-FFF2-40B4-BE49-F238E27FC236}">
                  <a16:creationId xmlns:a16="http://schemas.microsoft.com/office/drawing/2014/main" id="{9C3BC4FA-D4DA-461D-85E1-7370A36D445B}"/>
                </a:ext>
              </a:extLst>
            </p:cNvPr>
            <p:cNvSpPr/>
            <p:nvPr/>
          </p:nvSpPr>
          <p:spPr>
            <a:xfrm>
              <a:off x="5399033" y="4647804"/>
              <a:ext cx="0" cy="97636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430"/>
                  </a:lnTo>
                </a:path>
              </a:pathLst>
            </a:custGeom>
            <a:ln w="770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0" name="object 136">
              <a:extLst>
                <a:ext uri="{FF2B5EF4-FFF2-40B4-BE49-F238E27FC236}">
                  <a16:creationId xmlns:a16="http://schemas.microsoft.com/office/drawing/2014/main" id="{C6B5BB36-2496-44FC-9DD6-D4A2AC59C72A}"/>
                </a:ext>
              </a:extLst>
            </p:cNvPr>
            <p:cNvSpPr/>
            <p:nvPr/>
          </p:nvSpPr>
          <p:spPr>
            <a:xfrm>
              <a:off x="5399033" y="4556438"/>
              <a:ext cx="0" cy="91365"/>
            </a:xfrm>
            <a:custGeom>
              <a:avLst/>
              <a:gdLst/>
              <a:ahLst/>
              <a:cxnLst/>
              <a:rect l="l" t="t" r="r" b="b"/>
              <a:pathLst>
                <a:path h="129540">
                  <a:moveTo>
                    <a:pt x="0" y="0"/>
                  </a:moveTo>
                  <a:lnTo>
                    <a:pt x="0" y="129539"/>
                  </a:lnTo>
                </a:path>
              </a:pathLst>
            </a:custGeom>
            <a:ln w="7241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1" name="object 137">
              <a:extLst>
                <a:ext uri="{FF2B5EF4-FFF2-40B4-BE49-F238E27FC236}">
                  <a16:creationId xmlns:a16="http://schemas.microsoft.com/office/drawing/2014/main" id="{AAE41081-59FD-48CF-B8E7-87324D58B32A}"/>
                </a:ext>
              </a:extLst>
            </p:cNvPr>
            <p:cNvSpPr/>
            <p:nvPr/>
          </p:nvSpPr>
          <p:spPr>
            <a:xfrm>
              <a:off x="5399033" y="4201722"/>
              <a:ext cx="0" cy="354715"/>
            </a:xfrm>
            <a:custGeom>
              <a:avLst/>
              <a:gdLst/>
              <a:ahLst/>
              <a:cxnLst/>
              <a:rect l="l" t="t" r="r" b="b"/>
              <a:pathLst>
                <a:path h="502920">
                  <a:moveTo>
                    <a:pt x="0" y="0"/>
                  </a:moveTo>
                  <a:lnTo>
                    <a:pt x="0" y="502919"/>
                  </a:lnTo>
                </a:path>
              </a:pathLst>
            </a:custGeom>
            <a:ln w="6690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2" name="object 138">
              <a:extLst>
                <a:ext uri="{FF2B5EF4-FFF2-40B4-BE49-F238E27FC236}">
                  <a16:creationId xmlns:a16="http://schemas.microsoft.com/office/drawing/2014/main" id="{C36910EA-6022-47BE-8F11-E5DFF61DF027}"/>
                </a:ext>
              </a:extLst>
            </p:cNvPr>
            <p:cNvSpPr/>
            <p:nvPr/>
          </p:nvSpPr>
          <p:spPr>
            <a:xfrm>
              <a:off x="5398050" y="4184703"/>
              <a:ext cx="2340" cy="17019"/>
            </a:xfrm>
            <a:custGeom>
              <a:avLst/>
              <a:gdLst/>
              <a:ahLst/>
              <a:cxnLst/>
              <a:rect l="l" t="t" r="r" b="b"/>
              <a:pathLst>
                <a:path w="3175" h="24129">
                  <a:moveTo>
                    <a:pt x="0" y="24129"/>
                  </a:moveTo>
                  <a:lnTo>
                    <a:pt x="2667" y="24129"/>
                  </a:lnTo>
                  <a:lnTo>
                    <a:pt x="2667" y="0"/>
                  </a:lnTo>
                  <a:lnTo>
                    <a:pt x="0" y="0"/>
                  </a:lnTo>
                  <a:lnTo>
                    <a:pt x="0" y="2412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3" name="object 139">
              <a:extLst>
                <a:ext uri="{FF2B5EF4-FFF2-40B4-BE49-F238E27FC236}">
                  <a16:creationId xmlns:a16="http://schemas.microsoft.com/office/drawing/2014/main" id="{93E5D29E-A40C-4C97-863D-7ADCAC804E3A}"/>
                </a:ext>
              </a:extLst>
            </p:cNvPr>
            <p:cNvSpPr/>
            <p:nvPr/>
          </p:nvSpPr>
          <p:spPr>
            <a:xfrm>
              <a:off x="5398221" y="4170370"/>
              <a:ext cx="1872" cy="14332"/>
            </a:xfrm>
            <a:custGeom>
              <a:avLst/>
              <a:gdLst/>
              <a:ahLst/>
              <a:cxnLst/>
              <a:rect l="l" t="t" r="r" b="b"/>
              <a:pathLst>
                <a:path w="2540" h="20320">
                  <a:moveTo>
                    <a:pt x="0" y="20320"/>
                  </a:moveTo>
                  <a:lnTo>
                    <a:pt x="2204" y="20320"/>
                  </a:lnTo>
                  <a:lnTo>
                    <a:pt x="2204" y="0"/>
                  </a:lnTo>
                  <a:lnTo>
                    <a:pt x="0" y="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4" name="object 140">
              <a:extLst>
                <a:ext uri="{FF2B5EF4-FFF2-40B4-BE49-F238E27FC236}">
                  <a16:creationId xmlns:a16="http://schemas.microsoft.com/office/drawing/2014/main" id="{B5B63EFE-9794-4F29-ABC2-9EB7ABDB63CC}"/>
                </a:ext>
              </a:extLst>
            </p:cNvPr>
            <p:cNvSpPr/>
            <p:nvPr/>
          </p:nvSpPr>
          <p:spPr>
            <a:xfrm>
              <a:off x="5398399" y="4158726"/>
              <a:ext cx="1404" cy="11645"/>
            </a:xfrm>
            <a:custGeom>
              <a:avLst/>
              <a:gdLst/>
              <a:ahLst/>
              <a:cxnLst/>
              <a:rect l="l" t="t" r="r" b="b"/>
              <a:pathLst>
                <a:path w="1904" h="16509">
                  <a:moveTo>
                    <a:pt x="0" y="16510"/>
                  </a:moveTo>
                  <a:lnTo>
                    <a:pt x="1720" y="16510"/>
                  </a:lnTo>
                  <a:lnTo>
                    <a:pt x="1720" y="0"/>
                  </a:lnTo>
                  <a:lnTo>
                    <a:pt x="0" y="0"/>
                  </a:lnTo>
                  <a:lnTo>
                    <a:pt x="0" y="1651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5" name="object 141">
              <a:extLst>
                <a:ext uri="{FF2B5EF4-FFF2-40B4-BE49-F238E27FC236}">
                  <a16:creationId xmlns:a16="http://schemas.microsoft.com/office/drawing/2014/main" id="{464CB2B1-595F-4091-9928-19C70410916B}"/>
                </a:ext>
              </a:extLst>
            </p:cNvPr>
            <p:cNvSpPr/>
            <p:nvPr/>
          </p:nvSpPr>
          <p:spPr>
            <a:xfrm>
              <a:off x="5398583" y="4150665"/>
              <a:ext cx="936" cy="8062"/>
            </a:xfrm>
            <a:custGeom>
              <a:avLst/>
              <a:gdLst/>
              <a:ahLst/>
              <a:cxnLst/>
              <a:rect l="l" t="t" r="r" b="b"/>
              <a:pathLst>
                <a:path w="1270" h="11429">
                  <a:moveTo>
                    <a:pt x="0" y="11430"/>
                  </a:moveTo>
                  <a:lnTo>
                    <a:pt x="1222" y="11430"/>
                  </a:lnTo>
                  <a:lnTo>
                    <a:pt x="1222" y="0"/>
                  </a:lnTo>
                  <a:lnTo>
                    <a:pt x="0" y="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6" name="object 142">
              <a:extLst>
                <a:ext uri="{FF2B5EF4-FFF2-40B4-BE49-F238E27FC236}">
                  <a16:creationId xmlns:a16="http://schemas.microsoft.com/office/drawing/2014/main" id="{E4DB64FE-4D29-4D12-8547-BE53CB51BCCC}"/>
                </a:ext>
              </a:extLst>
            </p:cNvPr>
            <p:cNvSpPr/>
            <p:nvPr/>
          </p:nvSpPr>
          <p:spPr>
            <a:xfrm>
              <a:off x="5398759" y="4146186"/>
              <a:ext cx="936" cy="4479"/>
            </a:xfrm>
            <a:custGeom>
              <a:avLst/>
              <a:gdLst/>
              <a:ahLst/>
              <a:cxnLst/>
              <a:rect l="l" t="t" r="r" b="b"/>
              <a:pathLst>
                <a:path w="1270" h="6350">
                  <a:moveTo>
                    <a:pt x="0" y="6350"/>
                  </a:moveTo>
                  <a:lnTo>
                    <a:pt x="741" y="6350"/>
                  </a:lnTo>
                  <a:lnTo>
                    <a:pt x="741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7" name="object 143">
              <a:extLst>
                <a:ext uri="{FF2B5EF4-FFF2-40B4-BE49-F238E27FC236}">
                  <a16:creationId xmlns:a16="http://schemas.microsoft.com/office/drawing/2014/main" id="{4E22C461-BAB0-4DA3-B71E-3FDE9CA8ED33}"/>
                </a:ext>
              </a:extLst>
            </p:cNvPr>
            <p:cNvSpPr/>
            <p:nvPr/>
          </p:nvSpPr>
          <p:spPr>
            <a:xfrm>
              <a:off x="5398932" y="4144394"/>
              <a:ext cx="468" cy="1791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539"/>
                  </a:moveTo>
                  <a:lnTo>
                    <a:pt x="270" y="2539"/>
                  </a:lnTo>
                  <a:lnTo>
                    <a:pt x="270" y="0"/>
                  </a:lnTo>
                  <a:lnTo>
                    <a:pt x="0" y="0"/>
                  </a:lnTo>
                  <a:lnTo>
                    <a:pt x="0" y="253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8" name="object 144">
              <a:extLst>
                <a:ext uri="{FF2B5EF4-FFF2-40B4-BE49-F238E27FC236}">
                  <a16:creationId xmlns:a16="http://schemas.microsoft.com/office/drawing/2014/main" id="{36266551-7F09-4149-B114-0F97980ECA01}"/>
                </a:ext>
              </a:extLst>
            </p:cNvPr>
            <p:cNvSpPr/>
            <p:nvPr/>
          </p:nvSpPr>
          <p:spPr>
            <a:xfrm>
              <a:off x="5281044" y="6110557"/>
              <a:ext cx="468" cy="1791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539"/>
                  </a:moveTo>
                  <a:lnTo>
                    <a:pt x="247" y="2539"/>
                  </a:lnTo>
                  <a:lnTo>
                    <a:pt x="247" y="0"/>
                  </a:lnTo>
                  <a:lnTo>
                    <a:pt x="0" y="0"/>
                  </a:lnTo>
                  <a:lnTo>
                    <a:pt x="0" y="253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39" name="object 145">
              <a:extLst>
                <a:ext uri="{FF2B5EF4-FFF2-40B4-BE49-F238E27FC236}">
                  <a16:creationId xmlns:a16="http://schemas.microsoft.com/office/drawing/2014/main" id="{B6EBE1FE-B103-43DF-8265-01A9E0504EF9}"/>
                </a:ext>
              </a:extLst>
            </p:cNvPr>
            <p:cNvSpPr/>
            <p:nvPr/>
          </p:nvSpPr>
          <p:spPr>
            <a:xfrm>
              <a:off x="5280865" y="6106078"/>
              <a:ext cx="936" cy="4479"/>
            </a:xfrm>
            <a:custGeom>
              <a:avLst/>
              <a:gdLst/>
              <a:ahLst/>
              <a:cxnLst/>
              <a:rect l="l" t="t" r="r" b="b"/>
              <a:pathLst>
                <a:path w="1270" h="6350">
                  <a:moveTo>
                    <a:pt x="0" y="6349"/>
                  </a:moveTo>
                  <a:lnTo>
                    <a:pt x="734" y="6349"/>
                  </a:lnTo>
                  <a:lnTo>
                    <a:pt x="734" y="0"/>
                  </a:lnTo>
                  <a:lnTo>
                    <a:pt x="0" y="0"/>
                  </a:lnTo>
                  <a:lnTo>
                    <a:pt x="0" y="634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0" name="object 146">
              <a:extLst>
                <a:ext uri="{FF2B5EF4-FFF2-40B4-BE49-F238E27FC236}">
                  <a16:creationId xmlns:a16="http://schemas.microsoft.com/office/drawing/2014/main" id="{B2355B84-2237-40D5-9E2C-DB9DEE620D7A}"/>
                </a:ext>
              </a:extLst>
            </p:cNvPr>
            <p:cNvSpPr/>
            <p:nvPr/>
          </p:nvSpPr>
          <p:spPr>
            <a:xfrm>
              <a:off x="5280677" y="6097121"/>
              <a:ext cx="936" cy="8957"/>
            </a:xfrm>
            <a:custGeom>
              <a:avLst/>
              <a:gdLst/>
              <a:ahLst/>
              <a:cxnLst/>
              <a:rect l="l" t="t" r="r" b="b"/>
              <a:pathLst>
                <a:path w="1270" h="12700">
                  <a:moveTo>
                    <a:pt x="0" y="12699"/>
                  </a:moveTo>
                  <a:lnTo>
                    <a:pt x="1244" y="12699"/>
                  </a:lnTo>
                  <a:lnTo>
                    <a:pt x="1244" y="0"/>
                  </a:lnTo>
                  <a:lnTo>
                    <a:pt x="0" y="0"/>
                  </a:lnTo>
                  <a:lnTo>
                    <a:pt x="0" y="1269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1" name="object 147">
              <a:extLst>
                <a:ext uri="{FF2B5EF4-FFF2-40B4-BE49-F238E27FC236}">
                  <a16:creationId xmlns:a16="http://schemas.microsoft.com/office/drawing/2014/main" id="{298ABC3B-1F39-403C-A5A7-CE771AD9A9B7}"/>
                </a:ext>
              </a:extLst>
            </p:cNvPr>
            <p:cNvSpPr/>
            <p:nvPr/>
          </p:nvSpPr>
          <p:spPr>
            <a:xfrm>
              <a:off x="5280497" y="6086372"/>
              <a:ext cx="1404" cy="10749"/>
            </a:xfrm>
            <a:custGeom>
              <a:avLst/>
              <a:gdLst/>
              <a:ahLst/>
              <a:cxnLst/>
              <a:rect l="l" t="t" r="r" b="b"/>
              <a:pathLst>
                <a:path w="1904" h="15240">
                  <a:moveTo>
                    <a:pt x="0" y="15240"/>
                  </a:moveTo>
                  <a:lnTo>
                    <a:pt x="1736" y="15240"/>
                  </a:lnTo>
                  <a:lnTo>
                    <a:pt x="1736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2" name="object 148">
              <a:extLst>
                <a:ext uri="{FF2B5EF4-FFF2-40B4-BE49-F238E27FC236}">
                  <a16:creationId xmlns:a16="http://schemas.microsoft.com/office/drawing/2014/main" id="{A7889187-15D5-4771-9B7A-F2C184FB0D03}"/>
                </a:ext>
              </a:extLst>
            </p:cNvPr>
            <p:cNvSpPr/>
            <p:nvPr/>
          </p:nvSpPr>
          <p:spPr>
            <a:xfrm>
              <a:off x="5280325" y="6072040"/>
              <a:ext cx="1872" cy="14332"/>
            </a:xfrm>
            <a:custGeom>
              <a:avLst/>
              <a:gdLst/>
              <a:ahLst/>
              <a:cxnLst/>
              <a:rect l="l" t="t" r="r" b="b"/>
              <a:pathLst>
                <a:path w="2540" h="20320">
                  <a:moveTo>
                    <a:pt x="0" y="20320"/>
                  </a:moveTo>
                  <a:lnTo>
                    <a:pt x="2202" y="20320"/>
                  </a:lnTo>
                  <a:lnTo>
                    <a:pt x="2202" y="0"/>
                  </a:lnTo>
                  <a:lnTo>
                    <a:pt x="0" y="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3" name="object 149">
              <a:extLst>
                <a:ext uri="{FF2B5EF4-FFF2-40B4-BE49-F238E27FC236}">
                  <a16:creationId xmlns:a16="http://schemas.microsoft.com/office/drawing/2014/main" id="{65030678-32BD-4125-AAA1-633FD8FE2971}"/>
                </a:ext>
              </a:extLst>
            </p:cNvPr>
            <p:cNvSpPr/>
            <p:nvPr/>
          </p:nvSpPr>
          <p:spPr>
            <a:xfrm>
              <a:off x="5280154" y="6055021"/>
              <a:ext cx="2340" cy="17019"/>
            </a:xfrm>
            <a:custGeom>
              <a:avLst/>
              <a:gdLst/>
              <a:ahLst/>
              <a:cxnLst/>
              <a:rect l="l" t="t" r="r" b="b"/>
              <a:pathLst>
                <a:path w="3175" h="24129">
                  <a:moveTo>
                    <a:pt x="0" y="24130"/>
                  </a:moveTo>
                  <a:lnTo>
                    <a:pt x="2666" y="24130"/>
                  </a:lnTo>
                  <a:lnTo>
                    <a:pt x="2666" y="0"/>
                  </a:lnTo>
                  <a:lnTo>
                    <a:pt x="0" y="0"/>
                  </a:lnTo>
                  <a:lnTo>
                    <a:pt x="0" y="2413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4" name="object 150">
              <a:extLst>
                <a:ext uri="{FF2B5EF4-FFF2-40B4-BE49-F238E27FC236}">
                  <a16:creationId xmlns:a16="http://schemas.microsoft.com/office/drawing/2014/main" id="{89927EE6-218A-41D3-A5D6-01ED1E1292E8}"/>
                </a:ext>
              </a:extLst>
            </p:cNvPr>
            <p:cNvSpPr/>
            <p:nvPr/>
          </p:nvSpPr>
          <p:spPr>
            <a:xfrm>
              <a:off x="5279990" y="6035314"/>
              <a:ext cx="2340" cy="19706"/>
            </a:xfrm>
            <a:custGeom>
              <a:avLst/>
              <a:gdLst/>
              <a:ahLst/>
              <a:cxnLst/>
              <a:rect l="l" t="t" r="r" b="b"/>
              <a:pathLst>
                <a:path w="3175" h="27940">
                  <a:moveTo>
                    <a:pt x="0" y="27940"/>
                  </a:moveTo>
                  <a:lnTo>
                    <a:pt x="3114" y="27940"/>
                  </a:lnTo>
                  <a:lnTo>
                    <a:pt x="3114" y="0"/>
                  </a:lnTo>
                  <a:lnTo>
                    <a:pt x="0" y="0"/>
                  </a:lnTo>
                  <a:lnTo>
                    <a:pt x="0" y="2794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5" name="object 151">
              <a:extLst>
                <a:ext uri="{FF2B5EF4-FFF2-40B4-BE49-F238E27FC236}">
                  <a16:creationId xmlns:a16="http://schemas.microsoft.com/office/drawing/2014/main" id="{1FCAE596-4723-4984-9DF5-D06BEF53D17D}"/>
                </a:ext>
              </a:extLst>
            </p:cNvPr>
            <p:cNvSpPr/>
            <p:nvPr/>
          </p:nvSpPr>
          <p:spPr>
            <a:xfrm>
              <a:off x="5279825" y="6012025"/>
              <a:ext cx="2808" cy="23289"/>
            </a:xfrm>
            <a:custGeom>
              <a:avLst/>
              <a:gdLst/>
              <a:ahLst/>
              <a:cxnLst/>
              <a:rect l="l" t="t" r="r" b="b"/>
              <a:pathLst>
                <a:path w="3809" h="33020">
                  <a:moveTo>
                    <a:pt x="0" y="33019"/>
                  </a:moveTo>
                  <a:lnTo>
                    <a:pt x="3558" y="33019"/>
                  </a:lnTo>
                  <a:lnTo>
                    <a:pt x="3558" y="0"/>
                  </a:lnTo>
                  <a:lnTo>
                    <a:pt x="0" y="0"/>
                  </a:lnTo>
                  <a:lnTo>
                    <a:pt x="0" y="3301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6" name="object 152">
              <a:extLst>
                <a:ext uri="{FF2B5EF4-FFF2-40B4-BE49-F238E27FC236}">
                  <a16:creationId xmlns:a16="http://schemas.microsoft.com/office/drawing/2014/main" id="{BB89AD38-2C3C-4BAA-88E3-8F179F50F6D3}"/>
                </a:ext>
              </a:extLst>
            </p:cNvPr>
            <p:cNvSpPr/>
            <p:nvPr/>
          </p:nvSpPr>
          <p:spPr>
            <a:xfrm>
              <a:off x="5279667" y="5986944"/>
              <a:ext cx="3276" cy="25081"/>
            </a:xfrm>
            <a:custGeom>
              <a:avLst/>
              <a:gdLst/>
              <a:ahLst/>
              <a:cxnLst/>
              <a:rect l="l" t="t" r="r" b="b"/>
              <a:pathLst>
                <a:path w="4445" h="35559">
                  <a:moveTo>
                    <a:pt x="0" y="35560"/>
                  </a:moveTo>
                  <a:lnTo>
                    <a:pt x="3988" y="35560"/>
                  </a:lnTo>
                  <a:lnTo>
                    <a:pt x="3988" y="0"/>
                  </a:lnTo>
                  <a:lnTo>
                    <a:pt x="0" y="0"/>
                  </a:lnTo>
                  <a:lnTo>
                    <a:pt x="0" y="3556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7" name="object 153">
              <a:extLst>
                <a:ext uri="{FF2B5EF4-FFF2-40B4-BE49-F238E27FC236}">
                  <a16:creationId xmlns:a16="http://schemas.microsoft.com/office/drawing/2014/main" id="{ECEB5565-E909-474B-BA60-C07DD47CC764}"/>
                </a:ext>
              </a:extLst>
            </p:cNvPr>
            <p:cNvSpPr/>
            <p:nvPr/>
          </p:nvSpPr>
          <p:spPr>
            <a:xfrm>
              <a:off x="5281137" y="5861539"/>
              <a:ext cx="0" cy="125404"/>
            </a:xfrm>
            <a:custGeom>
              <a:avLst/>
              <a:gdLst/>
              <a:ahLst/>
              <a:cxnLst/>
              <a:rect l="l" t="t" r="r" b="b"/>
              <a:pathLst>
                <a:path h="177800">
                  <a:moveTo>
                    <a:pt x="0" y="0"/>
                  </a:moveTo>
                  <a:lnTo>
                    <a:pt x="0" y="177800"/>
                  </a:lnTo>
                </a:path>
              </a:pathLst>
            </a:custGeom>
            <a:ln w="5361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8" name="object 154">
              <a:extLst>
                <a:ext uri="{FF2B5EF4-FFF2-40B4-BE49-F238E27FC236}">
                  <a16:creationId xmlns:a16="http://schemas.microsoft.com/office/drawing/2014/main" id="{32162CB7-543C-45CE-8520-B0EB24428D6D}"/>
                </a:ext>
              </a:extLst>
            </p:cNvPr>
            <p:cNvSpPr/>
            <p:nvPr/>
          </p:nvSpPr>
          <p:spPr>
            <a:xfrm>
              <a:off x="5281137" y="5784505"/>
              <a:ext cx="0" cy="77034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0"/>
                  </a:moveTo>
                  <a:lnTo>
                    <a:pt x="0" y="109220"/>
                  </a:lnTo>
                </a:path>
              </a:pathLst>
            </a:custGeom>
            <a:ln w="606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49" name="object 155">
              <a:extLst>
                <a:ext uri="{FF2B5EF4-FFF2-40B4-BE49-F238E27FC236}">
                  <a16:creationId xmlns:a16="http://schemas.microsoft.com/office/drawing/2014/main" id="{8E3B8009-8928-4BF4-B38F-CE0EA17A3773}"/>
                </a:ext>
              </a:extLst>
            </p:cNvPr>
            <p:cNvSpPr/>
            <p:nvPr/>
          </p:nvSpPr>
          <p:spPr>
            <a:xfrm>
              <a:off x="5281137" y="5700305"/>
              <a:ext cx="0" cy="84200"/>
            </a:xfrm>
            <a:custGeom>
              <a:avLst/>
              <a:gdLst/>
              <a:ahLst/>
              <a:cxnLst/>
              <a:rect l="l" t="t" r="r" b="b"/>
              <a:pathLst>
                <a:path h="119379">
                  <a:moveTo>
                    <a:pt x="0" y="0"/>
                  </a:moveTo>
                  <a:lnTo>
                    <a:pt x="0" y="119380"/>
                  </a:lnTo>
                </a:path>
              </a:pathLst>
            </a:custGeom>
            <a:ln w="669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0" name="object 156">
              <a:extLst>
                <a:ext uri="{FF2B5EF4-FFF2-40B4-BE49-F238E27FC236}">
                  <a16:creationId xmlns:a16="http://schemas.microsoft.com/office/drawing/2014/main" id="{37BB4CB6-8525-448F-B9BC-2DF51810F0F7}"/>
                </a:ext>
              </a:extLst>
            </p:cNvPr>
            <p:cNvSpPr/>
            <p:nvPr/>
          </p:nvSpPr>
          <p:spPr>
            <a:xfrm>
              <a:off x="5281136" y="5608939"/>
              <a:ext cx="0" cy="91365"/>
            </a:xfrm>
            <a:custGeom>
              <a:avLst/>
              <a:gdLst/>
              <a:ahLst/>
              <a:cxnLst/>
              <a:rect l="l" t="t" r="r" b="b"/>
              <a:pathLst>
                <a:path h="129540">
                  <a:moveTo>
                    <a:pt x="0" y="0"/>
                  </a:moveTo>
                  <a:lnTo>
                    <a:pt x="0" y="129539"/>
                  </a:lnTo>
                </a:path>
              </a:pathLst>
            </a:custGeom>
            <a:ln w="7240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1" name="object 157">
              <a:extLst>
                <a:ext uri="{FF2B5EF4-FFF2-40B4-BE49-F238E27FC236}">
                  <a16:creationId xmlns:a16="http://schemas.microsoft.com/office/drawing/2014/main" id="{1A2633CF-10CF-4A70-AD35-A520D16887D4}"/>
                </a:ext>
              </a:extLst>
            </p:cNvPr>
            <p:cNvSpPr/>
            <p:nvPr/>
          </p:nvSpPr>
          <p:spPr>
            <a:xfrm>
              <a:off x="5281136" y="5511303"/>
              <a:ext cx="0" cy="97636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430"/>
                  </a:lnTo>
                </a:path>
              </a:pathLst>
            </a:custGeom>
            <a:ln w="7702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2" name="object 158">
              <a:extLst>
                <a:ext uri="{FF2B5EF4-FFF2-40B4-BE49-F238E27FC236}">
                  <a16:creationId xmlns:a16="http://schemas.microsoft.com/office/drawing/2014/main" id="{1CDDCF1C-32AC-40FC-9CD4-5CCFA2DE8E1E}"/>
                </a:ext>
              </a:extLst>
            </p:cNvPr>
            <p:cNvSpPr/>
            <p:nvPr/>
          </p:nvSpPr>
          <p:spPr>
            <a:xfrm>
              <a:off x="5281135" y="5407396"/>
              <a:ext cx="0" cy="103907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0"/>
                  </a:moveTo>
                  <a:lnTo>
                    <a:pt x="0" y="147319"/>
                  </a:lnTo>
                </a:path>
              </a:pathLst>
            </a:custGeom>
            <a:ln w="807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3" name="object 159">
              <a:extLst>
                <a:ext uri="{FF2B5EF4-FFF2-40B4-BE49-F238E27FC236}">
                  <a16:creationId xmlns:a16="http://schemas.microsoft.com/office/drawing/2014/main" id="{16E42821-DA16-4E99-B156-DAA23E5239D5}"/>
                </a:ext>
              </a:extLst>
            </p:cNvPr>
            <p:cNvSpPr/>
            <p:nvPr/>
          </p:nvSpPr>
          <p:spPr>
            <a:xfrm>
              <a:off x="5281135" y="5299010"/>
              <a:ext cx="0" cy="108385"/>
            </a:xfrm>
            <a:custGeom>
              <a:avLst/>
              <a:gdLst/>
              <a:ahLst/>
              <a:cxnLst/>
              <a:rect l="l" t="t" r="r" b="b"/>
              <a:pathLst>
                <a:path h="153670">
                  <a:moveTo>
                    <a:pt x="0" y="0"/>
                  </a:moveTo>
                  <a:lnTo>
                    <a:pt x="0" y="153669"/>
                  </a:lnTo>
                </a:path>
              </a:pathLst>
            </a:custGeom>
            <a:ln w="8346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4" name="object 160">
              <a:extLst>
                <a:ext uri="{FF2B5EF4-FFF2-40B4-BE49-F238E27FC236}">
                  <a16:creationId xmlns:a16="http://schemas.microsoft.com/office/drawing/2014/main" id="{2F6C64A0-0129-41E5-AAD9-C21F27BE6C29}"/>
                </a:ext>
              </a:extLst>
            </p:cNvPr>
            <p:cNvSpPr/>
            <p:nvPr/>
          </p:nvSpPr>
          <p:spPr>
            <a:xfrm>
              <a:off x="5281135" y="4849346"/>
              <a:ext cx="0" cy="449665"/>
            </a:xfrm>
            <a:custGeom>
              <a:avLst/>
              <a:gdLst/>
              <a:ahLst/>
              <a:cxnLst/>
              <a:rect l="l" t="t" r="r" b="b"/>
              <a:pathLst>
                <a:path h="637540">
                  <a:moveTo>
                    <a:pt x="0" y="0"/>
                  </a:moveTo>
                  <a:lnTo>
                    <a:pt x="0" y="637540"/>
                  </a:lnTo>
                </a:path>
              </a:pathLst>
            </a:custGeom>
            <a:ln w="8346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5" name="object 161">
              <a:extLst>
                <a:ext uri="{FF2B5EF4-FFF2-40B4-BE49-F238E27FC236}">
                  <a16:creationId xmlns:a16="http://schemas.microsoft.com/office/drawing/2014/main" id="{2F560D3F-A1E5-4082-B2A9-4A337BF35478}"/>
                </a:ext>
              </a:extLst>
            </p:cNvPr>
            <p:cNvSpPr/>
            <p:nvPr/>
          </p:nvSpPr>
          <p:spPr>
            <a:xfrm>
              <a:off x="5281135" y="4745440"/>
              <a:ext cx="0" cy="103907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0"/>
                  </a:moveTo>
                  <a:lnTo>
                    <a:pt x="0" y="147320"/>
                  </a:lnTo>
                </a:path>
              </a:pathLst>
            </a:custGeom>
            <a:ln w="8074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6" name="object 162">
              <a:extLst>
                <a:ext uri="{FF2B5EF4-FFF2-40B4-BE49-F238E27FC236}">
                  <a16:creationId xmlns:a16="http://schemas.microsoft.com/office/drawing/2014/main" id="{7481880E-6507-467A-BDF0-2039F1003FBD}"/>
                </a:ext>
              </a:extLst>
            </p:cNvPr>
            <p:cNvSpPr/>
            <p:nvPr/>
          </p:nvSpPr>
          <p:spPr>
            <a:xfrm>
              <a:off x="5281136" y="4647804"/>
              <a:ext cx="0" cy="97636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430"/>
                  </a:lnTo>
                </a:path>
              </a:pathLst>
            </a:custGeom>
            <a:ln w="7703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7" name="object 163">
              <a:extLst>
                <a:ext uri="{FF2B5EF4-FFF2-40B4-BE49-F238E27FC236}">
                  <a16:creationId xmlns:a16="http://schemas.microsoft.com/office/drawing/2014/main" id="{57A2CF6C-F8A8-40C8-9263-106406F5506A}"/>
                </a:ext>
              </a:extLst>
            </p:cNvPr>
            <p:cNvSpPr/>
            <p:nvPr/>
          </p:nvSpPr>
          <p:spPr>
            <a:xfrm>
              <a:off x="5281136" y="4556438"/>
              <a:ext cx="0" cy="91365"/>
            </a:xfrm>
            <a:custGeom>
              <a:avLst/>
              <a:gdLst/>
              <a:ahLst/>
              <a:cxnLst/>
              <a:rect l="l" t="t" r="r" b="b"/>
              <a:pathLst>
                <a:path h="129540">
                  <a:moveTo>
                    <a:pt x="0" y="0"/>
                  </a:moveTo>
                  <a:lnTo>
                    <a:pt x="0" y="129539"/>
                  </a:lnTo>
                </a:path>
              </a:pathLst>
            </a:custGeom>
            <a:ln w="7241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8" name="object 164">
              <a:extLst>
                <a:ext uri="{FF2B5EF4-FFF2-40B4-BE49-F238E27FC236}">
                  <a16:creationId xmlns:a16="http://schemas.microsoft.com/office/drawing/2014/main" id="{5C03DDEF-5C3C-49BA-8248-281D3AB16732}"/>
                </a:ext>
              </a:extLst>
            </p:cNvPr>
            <p:cNvSpPr/>
            <p:nvPr/>
          </p:nvSpPr>
          <p:spPr>
            <a:xfrm>
              <a:off x="5281137" y="4201722"/>
              <a:ext cx="0" cy="354715"/>
            </a:xfrm>
            <a:custGeom>
              <a:avLst/>
              <a:gdLst/>
              <a:ahLst/>
              <a:cxnLst/>
              <a:rect l="l" t="t" r="r" b="b"/>
              <a:pathLst>
                <a:path h="502920">
                  <a:moveTo>
                    <a:pt x="0" y="0"/>
                  </a:moveTo>
                  <a:lnTo>
                    <a:pt x="0" y="502919"/>
                  </a:lnTo>
                </a:path>
              </a:pathLst>
            </a:custGeom>
            <a:ln w="6690">
              <a:solidFill>
                <a:srgbClr val="1A2E35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59" name="object 165">
              <a:extLst>
                <a:ext uri="{FF2B5EF4-FFF2-40B4-BE49-F238E27FC236}">
                  <a16:creationId xmlns:a16="http://schemas.microsoft.com/office/drawing/2014/main" id="{11ADB473-F1B2-45D2-8405-140DA77A4946}"/>
                </a:ext>
              </a:extLst>
            </p:cNvPr>
            <p:cNvSpPr/>
            <p:nvPr/>
          </p:nvSpPr>
          <p:spPr>
            <a:xfrm>
              <a:off x="5280153" y="4184703"/>
              <a:ext cx="2340" cy="17019"/>
            </a:xfrm>
            <a:custGeom>
              <a:avLst/>
              <a:gdLst/>
              <a:ahLst/>
              <a:cxnLst/>
              <a:rect l="l" t="t" r="r" b="b"/>
              <a:pathLst>
                <a:path w="3175" h="24129">
                  <a:moveTo>
                    <a:pt x="0" y="24129"/>
                  </a:moveTo>
                  <a:lnTo>
                    <a:pt x="2667" y="24129"/>
                  </a:lnTo>
                  <a:lnTo>
                    <a:pt x="2667" y="0"/>
                  </a:lnTo>
                  <a:lnTo>
                    <a:pt x="0" y="0"/>
                  </a:lnTo>
                  <a:lnTo>
                    <a:pt x="0" y="2412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0" name="object 166">
              <a:extLst>
                <a:ext uri="{FF2B5EF4-FFF2-40B4-BE49-F238E27FC236}">
                  <a16:creationId xmlns:a16="http://schemas.microsoft.com/office/drawing/2014/main" id="{FB185D5A-6988-4B0B-9C18-DE47455B1C5B}"/>
                </a:ext>
              </a:extLst>
            </p:cNvPr>
            <p:cNvSpPr/>
            <p:nvPr/>
          </p:nvSpPr>
          <p:spPr>
            <a:xfrm>
              <a:off x="5280324" y="4170370"/>
              <a:ext cx="1872" cy="14332"/>
            </a:xfrm>
            <a:custGeom>
              <a:avLst/>
              <a:gdLst/>
              <a:ahLst/>
              <a:cxnLst/>
              <a:rect l="l" t="t" r="r" b="b"/>
              <a:pathLst>
                <a:path w="2540" h="20320">
                  <a:moveTo>
                    <a:pt x="0" y="20320"/>
                  </a:moveTo>
                  <a:lnTo>
                    <a:pt x="2204" y="20320"/>
                  </a:lnTo>
                  <a:lnTo>
                    <a:pt x="2204" y="0"/>
                  </a:lnTo>
                  <a:lnTo>
                    <a:pt x="0" y="0"/>
                  </a:lnTo>
                  <a:lnTo>
                    <a:pt x="0" y="2032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1" name="object 167">
              <a:extLst>
                <a:ext uri="{FF2B5EF4-FFF2-40B4-BE49-F238E27FC236}">
                  <a16:creationId xmlns:a16="http://schemas.microsoft.com/office/drawing/2014/main" id="{079F82FA-B235-427C-BFE0-83080165E437}"/>
                </a:ext>
              </a:extLst>
            </p:cNvPr>
            <p:cNvSpPr/>
            <p:nvPr/>
          </p:nvSpPr>
          <p:spPr>
            <a:xfrm>
              <a:off x="5280503" y="4158726"/>
              <a:ext cx="1404" cy="11645"/>
            </a:xfrm>
            <a:custGeom>
              <a:avLst/>
              <a:gdLst/>
              <a:ahLst/>
              <a:cxnLst/>
              <a:rect l="l" t="t" r="r" b="b"/>
              <a:pathLst>
                <a:path w="1904" h="16509">
                  <a:moveTo>
                    <a:pt x="0" y="16510"/>
                  </a:moveTo>
                  <a:lnTo>
                    <a:pt x="1720" y="16510"/>
                  </a:lnTo>
                  <a:lnTo>
                    <a:pt x="1720" y="0"/>
                  </a:lnTo>
                  <a:lnTo>
                    <a:pt x="0" y="0"/>
                  </a:lnTo>
                  <a:lnTo>
                    <a:pt x="0" y="1651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2" name="object 168">
              <a:extLst>
                <a:ext uri="{FF2B5EF4-FFF2-40B4-BE49-F238E27FC236}">
                  <a16:creationId xmlns:a16="http://schemas.microsoft.com/office/drawing/2014/main" id="{EF54BE23-197B-47FE-9D69-CB02494506B4}"/>
                </a:ext>
              </a:extLst>
            </p:cNvPr>
            <p:cNvSpPr/>
            <p:nvPr/>
          </p:nvSpPr>
          <p:spPr>
            <a:xfrm>
              <a:off x="5280685" y="4150665"/>
              <a:ext cx="936" cy="8062"/>
            </a:xfrm>
            <a:custGeom>
              <a:avLst/>
              <a:gdLst/>
              <a:ahLst/>
              <a:cxnLst/>
              <a:rect l="l" t="t" r="r" b="b"/>
              <a:pathLst>
                <a:path w="1270" h="11429">
                  <a:moveTo>
                    <a:pt x="0" y="11430"/>
                  </a:moveTo>
                  <a:lnTo>
                    <a:pt x="1222" y="11430"/>
                  </a:lnTo>
                  <a:lnTo>
                    <a:pt x="1222" y="0"/>
                  </a:lnTo>
                  <a:lnTo>
                    <a:pt x="0" y="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3" name="object 169">
              <a:extLst>
                <a:ext uri="{FF2B5EF4-FFF2-40B4-BE49-F238E27FC236}">
                  <a16:creationId xmlns:a16="http://schemas.microsoft.com/office/drawing/2014/main" id="{2CB5D79C-A746-4F36-9597-838CF2D387BF}"/>
                </a:ext>
              </a:extLst>
            </p:cNvPr>
            <p:cNvSpPr/>
            <p:nvPr/>
          </p:nvSpPr>
          <p:spPr>
            <a:xfrm>
              <a:off x="5280862" y="4146186"/>
              <a:ext cx="936" cy="4479"/>
            </a:xfrm>
            <a:custGeom>
              <a:avLst/>
              <a:gdLst/>
              <a:ahLst/>
              <a:cxnLst/>
              <a:rect l="l" t="t" r="r" b="b"/>
              <a:pathLst>
                <a:path w="1270" h="6350">
                  <a:moveTo>
                    <a:pt x="0" y="6350"/>
                  </a:moveTo>
                  <a:lnTo>
                    <a:pt x="741" y="6350"/>
                  </a:lnTo>
                  <a:lnTo>
                    <a:pt x="741" y="0"/>
                  </a:lnTo>
                  <a:lnTo>
                    <a:pt x="0" y="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4" name="object 170">
              <a:extLst>
                <a:ext uri="{FF2B5EF4-FFF2-40B4-BE49-F238E27FC236}">
                  <a16:creationId xmlns:a16="http://schemas.microsoft.com/office/drawing/2014/main" id="{70EF192F-93F0-421B-AD04-771BBB727BFA}"/>
                </a:ext>
              </a:extLst>
            </p:cNvPr>
            <p:cNvSpPr/>
            <p:nvPr/>
          </p:nvSpPr>
          <p:spPr>
            <a:xfrm>
              <a:off x="5281036" y="4144394"/>
              <a:ext cx="468" cy="1791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539"/>
                  </a:moveTo>
                  <a:lnTo>
                    <a:pt x="270" y="2539"/>
                  </a:lnTo>
                  <a:lnTo>
                    <a:pt x="270" y="0"/>
                  </a:lnTo>
                  <a:lnTo>
                    <a:pt x="0" y="0"/>
                  </a:lnTo>
                  <a:lnTo>
                    <a:pt x="0" y="2539"/>
                  </a:lnTo>
                  <a:close/>
                </a:path>
              </a:pathLst>
            </a:custGeom>
            <a:solidFill>
              <a:srgbClr val="1A2E35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5" name="object 171">
              <a:extLst>
                <a:ext uri="{FF2B5EF4-FFF2-40B4-BE49-F238E27FC236}">
                  <a16:creationId xmlns:a16="http://schemas.microsoft.com/office/drawing/2014/main" id="{15725488-D898-424B-BD4A-F02A986A07A3}"/>
                </a:ext>
              </a:extLst>
            </p:cNvPr>
            <p:cNvSpPr/>
            <p:nvPr/>
          </p:nvSpPr>
          <p:spPr>
            <a:xfrm>
              <a:off x="5329865" y="2928172"/>
              <a:ext cx="312605" cy="200199"/>
            </a:xfrm>
            <a:custGeom>
              <a:avLst/>
              <a:gdLst/>
              <a:ahLst/>
              <a:cxnLst/>
              <a:rect l="l" t="t" r="r" b="b"/>
              <a:pathLst>
                <a:path w="424179" h="283845">
                  <a:moveTo>
                    <a:pt x="324224" y="259260"/>
                  </a:moveTo>
                  <a:lnTo>
                    <a:pt x="226410" y="259260"/>
                  </a:lnTo>
                  <a:lnTo>
                    <a:pt x="234018" y="274985"/>
                  </a:lnTo>
                  <a:lnTo>
                    <a:pt x="240312" y="282461"/>
                  </a:lnTo>
                  <a:lnTo>
                    <a:pt x="248672" y="283697"/>
                  </a:lnTo>
                  <a:lnTo>
                    <a:pt x="262482" y="280704"/>
                  </a:lnTo>
                  <a:lnTo>
                    <a:pt x="290052" y="271960"/>
                  </a:lnTo>
                  <a:lnTo>
                    <a:pt x="324224" y="259260"/>
                  </a:lnTo>
                  <a:close/>
                </a:path>
                <a:path w="424179" h="283845">
                  <a:moveTo>
                    <a:pt x="395813" y="226161"/>
                  </a:moveTo>
                  <a:lnTo>
                    <a:pt x="164810" y="226161"/>
                  </a:lnTo>
                  <a:lnTo>
                    <a:pt x="168822" y="239676"/>
                  </a:lnTo>
                  <a:lnTo>
                    <a:pt x="205096" y="261367"/>
                  </a:lnTo>
                  <a:lnTo>
                    <a:pt x="216252" y="261536"/>
                  </a:lnTo>
                  <a:lnTo>
                    <a:pt x="223699" y="260164"/>
                  </a:lnTo>
                  <a:lnTo>
                    <a:pt x="226410" y="259260"/>
                  </a:lnTo>
                  <a:lnTo>
                    <a:pt x="324224" y="259260"/>
                  </a:lnTo>
                  <a:lnTo>
                    <a:pt x="329383" y="257342"/>
                  </a:lnTo>
                  <a:lnTo>
                    <a:pt x="368397" y="240964"/>
                  </a:lnTo>
                  <a:lnTo>
                    <a:pt x="395012" y="226936"/>
                  </a:lnTo>
                  <a:lnTo>
                    <a:pt x="395813" y="226161"/>
                  </a:lnTo>
                  <a:close/>
                </a:path>
                <a:path w="424179" h="283845">
                  <a:moveTo>
                    <a:pt x="419842" y="194717"/>
                  </a:moveTo>
                  <a:lnTo>
                    <a:pt x="100435" y="194717"/>
                  </a:lnTo>
                  <a:lnTo>
                    <a:pt x="98596" y="225147"/>
                  </a:lnTo>
                  <a:lnTo>
                    <a:pt x="104689" y="238566"/>
                  </a:lnTo>
                  <a:lnTo>
                    <a:pt x="124748" y="237921"/>
                  </a:lnTo>
                  <a:lnTo>
                    <a:pt x="164810" y="226161"/>
                  </a:lnTo>
                  <a:lnTo>
                    <a:pt x="395813" y="226161"/>
                  </a:lnTo>
                  <a:lnTo>
                    <a:pt x="409641" y="212780"/>
                  </a:lnTo>
                  <a:lnTo>
                    <a:pt x="419826" y="194789"/>
                  </a:lnTo>
                  <a:close/>
                </a:path>
                <a:path w="424179" h="283845">
                  <a:moveTo>
                    <a:pt x="24836" y="76669"/>
                  </a:moveTo>
                  <a:lnTo>
                    <a:pt x="16117" y="78681"/>
                  </a:lnTo>
                  <a:lnTo>
                    <a:pt x="7820" y="86962"/>
                  </a:lnTo>
                  <a:lnTo>
                    <a:pt x="479" y="99549"/>
                  </a:lnTo>
                  <a:lnTo>
                    <a:pt x="0" y="114737"/>
                  </a:lnTo>
                  <a:lnTo>
                    <a:pt x="9079" y="132235"/>
                  </a:lnTo>
                  <a:lnTo>
                    <a:pt x="30416" y="151755"/>
                  </a:lnTo>
                  <a:lnTo>
                    <a:pt x="25135" y="189778"/>
                  </a:lnTo>
                  <a:lnTo>
                    <a:pt x="26139" y="209422"/>
                  </a:lnTo>
                  <a:lnTo>
                    <a:pt x="35914" y="216964"/>
                  </a:lnTo>
                  <a:lnTo>
                    <a:pt x="56949" y="218675"/>
                  </a:lnTo>
                  <a:lnTo>
                    <a:pt x="79214" y="215431"/>
                  </a:lnTo>
                  <a:lnTo>
                    <a:pt x="92443" y="207140"/>
                  </a:lnTo>
                  <a:lnTo>
                    <a:pt x="98797" y="198627"/>
                  </a:lnTo>
                  <a:lnTo>
                    <a:pt x="100435" y="194717"/>
                  </a:lnTo>
                  <a:lnTo>
                    <a:pt x="419842" y="194717"/>
                  </a:lnTo>
                  <a:lnTo>
                    <a:pt x="424179" y="175234"/>
                  </a:lnTo>
                  <a:lnTo>
                    <a:pt x="421315" y="156383"/>
                  </a:lnTo>
                  <a:lnTo>
                    <a:pt x="410291" y="140960"/>
                  </a:lnTo>
                  <a:lnTo>
                    <a:pt x="395053" y="130090"/>
                  </a:lnTo>
                  <a:lnTo>
                    <a:pt x="381548" y="123655"/>
                  </a:lnTo>
                  <a:lnTo>
                    <a:pt x="375725" y="121536"/>
                  </a:lnTo>
                  <a:lnTo>
                    <a:pt x="371515" y="94145"/>
                  </a:lnTo>
                  <a:lnTo>
                    <a:pt x="64981" y="94145"/>
                  </a:lnTo>
                  <a:lnTo>
                    <a:pt x="39338" y="81599"/>
                  </a:lnTo>
                  <a:lnTo>
                    <a:pt x="24836" y="76669"/>
                  </a:lnTo>
                  <a:close/>
                </a:path>
                <a:path w="424179" h="283845">
                  <a:moveTo>
                    <a:pt x="197313" y="0"/>
                  </a:moveTo>
                  <a:lnTo>
                    <a:pt x="140636" y="23964"/>
                  </a:lnTo>
                  <a:lnTo>
                    <a:pt x="84265" y="71144"/>
                  </a:lnTo>
                  <a:lnTo>
                    <a:pt x="64981" y="94145"/>
                  </a:lnTo>
                  <a:lnTo>
                    <a:pt x="371515" y="94145"/>
                  </a:lnTo>
                  <a:lnTo>
                    <a:pt x="371429" y="93588"/>
                  </a:lnTo>
                  <a:lnTo>
                    <a:pt x="364173" y="79042"/>
                  </a:lnTo>
                  <a:lnTo>
                    <a:pt x="348714" y="73191"/>
                  </a:lnTo>
                  <a:lnTo>
                    <a:pt x="319810" y="71328"/>
                  </a:lnTo>
                  <a:lnTo>
                    <a:pt x="308909" y="26152"/>
                  </a:lnTo>
                  <a:lnTo>
                    <a:pt x="305475" y="21131"/>
                  </a:lnTo>
                  <a:lnTo>
                    <a:pt x="221489" y="21131"/>
                  </a:lnTo>
                  <a:lnTo>
                    <a:pt x="207600" y="6253"/>
                  </a:lnTo>
                  <a:lnTo>
                    <a:pt x="197313" y="0"/>
                  </a:lnTo>
                  <a:close/>
                </a:path>
                <a:path w="424179" h="283845">
                  <a:moveTo>
                    <a:pt x="268966" y="5759"/>
                  </a:moveTo>
                  <a:lnTo>
                    <a:pt x="221489" y="21131"/>
                  </a:lnTo>
                  <a:lnTo>
                    <a:pt x="305475" y="21131"/>
                  </a:lnTo>
                  <a:lnTo>
                    <a:pt x="295034" y="5865"/>
                  </a:lnTo>
                  <a:lnTo>
                    <a:pt x="268966" y="5759"/>
                  </a:lnTo>
                  <a:close/>
                </a:path>
              </a:pathLst>
            </a:custGeom>
            <a:solidFill>
              <a:srgbClr val="FFC19D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66" name="object 172">
              <a:extLst>
                <a:ext uri="{FF2B5EF4-FFF2-40B4-BE49-F238E27FC236}">
                  <a16:creationId xmlns:a16="http://schemas.microsoft.com/office/drawing/2014/main" id="{2AD9CFE5-F4C0-4B00-BFDB-C74DA03D2C0C}"/>
                </a:ext>
              </a:extLst>
            </p:cNvPr>
            <p:cNvSpPr/>
            <p:nvPr/>
          </p:nvSpPr>
          <p:spPr>
            <a:xfrm>
              <a:off x="5351335" y="2947288"/>
              <a:ext cx="229882" cy="16489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</p:grpSp>
      <p:grpSp>
        <p:nvGrpSpPr>
          <p:cNvPr id="208" name="Grupo 207">
            <a:extLst>
              <a:ext uri="{FF2B5EF4-FFF2-40B4-BE49-F238E27FC236}">
                <a16:creationId xmlns:a16="http://schemas.microsoft.com/office/drawing/2014/main" id="{5C130F62-A72D-4016-9798-0311479F986F}"/>
              </a:ext>
            </a:extLst>
          </p:cNvPr>
          <p:cNvGrpSpPr/>
          <p:nvPr/>
        </p:nvGrpSpPr>
        <p:grpSpPr>
          <a:xfrm>
            <a:off x="4043907" y="4426887"/>
            <a:ext cx="5793663" cy="2120394"/>
            <a:chOff x="6054321" y="4473965"/>
            <a:chExt cx="5793663" cy="2120394"/>
          </a:xfrm>
        </p:grpSpPr>
        <p:sp>
          <p:nvSpPr>
            <p:cNvPr id="203" name="object 193">
              <a:extLst>
                <a:ext uri="{FF2B5EF4-FFF2-40B4-BE49-F238E27FC236}">
                  <a16:creationId xmlns:a16="http://schemas.microsoft.com/office/drawing/2014/main" id="{51050542-27BC-4D79-926D-2F1F3BF6CEA3}"/>
                </a:ext>
              </a:extLst>
            </p:cNvPr>
            <p:cNvSpPr/>
            <p:nvPr/>
          </p:nvSpPr>
          <p:spPr>
            <a:xfrm>
              <a:off x="6054321" y="4489566"/>
              <a:ext cx="5793663" cy="210479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 dirty="0"/>
            </a:p>
          </p:txBody>
        </p:sp>
        <p:sp>
          <p:nvSpPr>
            <p:cNvPr id="204" name="object 194">
              <a:extLst>
                <a:ext uri="{FF2B5EF4-FFF2-40B4-BE49-F238E27FC236}">
                  <a16:creationId xmlns:a16="http://schemas.microsoft.com/office/drawing/2014/main" id="{36A69FA0-26D7-4BBE-99EC-AE23D330F95C}"/>
                </a:ext>
              </a:extLst>
            </p:cNvPr>
            <p:cNvSpPr/>
            <p:nvPr/>
          </p:nvSpPr>
          <p:spPr>
            <a:xfrm>
              <a:off x="6314998" y="4473965"/>
              <a:ext cx="5040000" cy="1800000"/>
            </a:xfrm>
            <a:custGeom>
              <a:avLst/>
              <a:gdLst/>
              <a:ahLst/>
              <a:cxnLst/>
              <a:rect l="l" t="t" r="r" b="b"/>
              <a:pathLst>
                <a:path w="5294630" h="2230120">
                  <a:moveTo>
                    <a:pt x="4179474" y="0"/>
                  </a:moveTo>
                  <a:lnTo>
                    <a:pt x="1114960" y="0"/>
                  </a:lnTo>
                  <a:lnTo>
                    <a:pt x="1066595" y="1030"/>
                  </a:lnTo>
                  <a:lnTo>
                    <a:pt x="1018756" y="4092"/>
                  </a:lnTo>
                  <a:lnTo>
                    <a:pt x="971485" y="9145"/>
                  </a:lnTo>
                  <a:lnTo>
                    <a:pt x="924825" y="16147"/>
                  </a:lnTo>
                  <a:lnTo>
                    <a:pt x="878816" y="25055"/>
                  </a:lnTo>
                  <a:lnTo>
                    <a:pt x="833501" y="35829"/>
                  </a:lnTo>
                  <a:lnTo>
                    <a:pt x="788921" y="48426"/>
                  </a:lnTo>
                  <a:lnTo>
                    <a:pt x="745119" y="62804"/>
                  </a:lnTo>
                  <a:lnTo>
                    <a:pt x="702136" y="78921"/>
                  </a:lnTo>
                  <a:lnTo>
                    <a:pt x="660013" y="96736"/>
                  </a:lnTo>
                  <a:lnTo>
                    <a:pt x="618794" y="116207"/>
                  </a:lnTo>
                  <a:lnTo>
                    <a:pt x="578519" y="137293"/>
                  </a:lnTo>
                  <a:lnTo>
                    <a:pt x="539231" y="159950"/>
                  </a:lnTo>
                  <a:lnTo>
                    <a:pt x="500971" y="184137"/>
                  </a:lnTo>
                  <a:lnTo>
                    <a:pt x="463782" y="209813"/>
                  </a:lnTo>
                  <a:lnTo>
                    <a:pt x="427704" y="236936"/>
                  </a:lnTo>
                  <a:lnTo>
                    <a:pt x="392780" y="265463"/>
                  </a:lnTo>
                  <a:lnTo>
                    <a:pt x="359052" y="295354"/>
                  </a:lnTo>
                  <a:lnTo>
                    <a:pt x="326561" y="326565"/>
                  </a:lnTo>
                  <a:lnTo>
                    <a:pt x="295350" y="359056"/>
                  </a:lnTo>
                  <a:lnTo>
                    <a:pt x="265460" y="392785"/>
                  </a:lnTo>
                  <a:lnTo>
                    <a:pt x="236932" y="427709"/>
                  </a:lnTo>
                  <a:lnTo>
                    <a:pt x="209810" y="463787"/>
                  </a:lnTo>
                  <a:lnTo>
                    <a:pt x="184134" y="500976"/>
                  </a:lnTo>
                  <a:lnTo>
                    <a:pt x="159947" y="539236"/>
                  </a:lnTo>
                  <a:lnTo>
                    <a:pt x="137290" y="578524"/>
                  </a:lnTo>
                  <a:lnTo>
                    <a:pt x="116205" y="618799"/>
                  </a:lnTo>
                  <a:lnTo>
                    <a:pt x="96735" y="660018"/>
                  </a:lnTo>
                  <a:lnTo>
                    <a:pt x="78920" y="702140"/>
                  </a:lnTo>
                  <a:lnTo>
                    <a:pt x="62802" y="745123"/>
                  </a:lnTo>
                  <a:lnTo>
                    <a:pt x="48424" y="788925"/>
                  </a:lnTo>
                  <a:lnTo>
                    <a:pt x="35828" y="833505"/>
                  </a:lnTo>
                  <a:lnTo>
                    <a:pt x="25055" y="878819"/>
                  </a:lnTo>
                  <a:lnTo>
                    <a:pt x="16146" y="924828"/>
                  </a:lnTo>
                  <a:lnTo>
                    <a:pt x="9145" y="971488"/>
                  </a:lnTo>
                  <a:lnTo>
                    <a:pt x="4092" y="1018758"/>
                  </a:lnTo>
                  <a:lnTo>
                    <a:pt x="1029" y="1066596"/>
                  </a:lnTo>
                  <a:lnTo>
                    <a:pt x="0" y="1114971"/>
                  </a:lnTo>
                  <a:lnTo>
                    <a:pt x="1029" y="1163335"/>
                  </a:lnTo>
                  <a:lnTo>
                    <a:pt x="4092" y="1211173"/>
                  </a:lnTo>
                  <a:lnTo>
                    <a:pt x="9145" y="1258443"/>
                  </a:lnTo>
                  <a:lnTo>
                    <a:pt x="16146" y="1305103"/>
                  </a:lnTo>
                  <a:lnTo>
                    <a:pt x="25055" y="1351111"/>
                  </a:lnTo>
                  <a:lnTo>
                    <a:pt x="35828" y="1396426"/>
                  </a:lnTo>
                  <a:lnTo>
                    <a:pt x="48424" y="1441005"/>
                  </a:lnTo>
                  <a:lnTo>
                    <a:pt x="62802" y="1484807"/>
                  </a:lnTo>
                  <a:lnTo>
                    <a:pt x="78920" y="1527789"/>
                  </a:lnTo>
                  <a:lnTo>
                    <a:pt x="96735" y="1569911"/>
                  </a:lnTo>
                  <a:lnTo>
                    <a:pt x="116205" y="1611130"/>
                  </a:lnTo>
                  <a:lnTo>
                    <a:pt x="137290" y="1651404"/>
                  </a:lnTo>
                  <a:lnTo>
                    <a:pt x="159947" y="1690692"/>
                  </a:lnTo>
                  <a:lnTo>
                    <a:pt x="184134" y="1728952"/>
                  </a:lnTo>
                  <a:lnTo>
                    <a:pt x="209810" y="1766141"/>
                  </a:lnTo>
                  <a:lnTo>
                    <a:pt x="236932" y="1802218"/>
                  </a:lnTo>
                  <a:lnTo>
                    <a:pt x="265460" y="1837142"/>
                  </a:lnTo>
                  <a:lnTo>
                    <a:pt x="295350" y="1870870"/>
                  </a:lnTo>
                  <a:lnTo>
                    <a:pt x="326561" y="1903360"/>
                  </a:lnTo>
                  <a:lnTo>
                    <a:pt x="359052" y="1934572"/>
                  </a:lnTo>
                  <a:lnTo>
                    <a:pt x="392780" y="1964462"/>
                  </a:lnTo>
                  <a:lnTo>
                    <a:pt x="427704" y="1992989"/>
                  </a:lnTo>
                  <a:lnTo>
                    <a:pt x="463782" y="2020111"/>
                  </a:lnTo>
                  <a:lnTo>
                    <a:pt x="500971" y="2045787"/>
                  </a:lnTo>
                  <a:lnTo>
                    <a:pt x="539231" y="2069974"/>
                  </a:lnTo>
                  <a:lnTo>
                    <a:pt x="578519" y="2092631"/>
                  </a:lnTo>
                  <a:lnTo>
                    <a:pt x="618794" y="2113715"/>
                  </a:lnTo>
                  <a:lnTo>
                    <a:pt x="660013" y="2133186"/>
                  </a:lnTo>
                  <a:lnTo>
                    <a:pt x="702136" y="2151001"/>
                  </a:lnTo>
                  <a:lnTo>
                    <a:pt x="745119" y="2167118"/>
                  </a:lnTo>
                  <a:lnTo>
                    <a:pt x="788921" y="2181496"/>
                  </a:lnTo>
                  <a:lnTo>
                    <a:pt x="833501" y="2194092"/>
                  </a:lnTo>
                  <a:lnTo>
                    <a:pt x="878816" y="2204866"/>
                  </a:lnTo>
                  <a:lnTo>
                    <a:pt x="924825" y="2213774"/>
                  </a:lnTo>
                  <a:lnTo>
                    <a:pt x="971485" y="2220776"/>
                  </a:lnTo>
                  <a:lnTo>
                    <a:pt x="1018756" y="2225829"/>
                  </a:lnTo>
                  <a:lnTo>
                    <a:pt x="1066595" y="2228891"/>
                  </a:lnTo>
                  <a:lnTo>
                    <a:pt x="1114960" y="2229921"/>
                  </a:lnTo>
                  <a:lnTo>
                    <a:pt x="4179474" y="2229921"/>
                  </a:lnTo>
                  <a:lnTo>
                    <a:pt x="4227839" y="2228891"/>
                  </a:lnTo>
                  <a:lnTo>
                    <a:pt x="4275678" y="2225829"/>
                  </a:lnTo>
                  <a:lnTo>
                    <a:pt x="4322949" y="2220776"/>
                  </a:lnTo>
                  <a:lnTo>
                    <a:pt x="4369609" y="2213774"/>
                  </a:lnTo>
                  <a:lnTo>
                    <a:pt x="4415618" y="2204866"/>
                  </a:lnTo>
                  <a:lnTo>
                    <a:pt x="4460933" y="2194092"/>
                  </a:lnTo>
                  <a:lnTo>
                    <a:pt x="4505513" y="2181496"/>
                  </a:lnTo>
                  <a:lnTo>
                    <a:pt x="4549315" y="2167118"/>
                  </a:lnTo>
                  <a:lnTo>
                    <a:pt x="4592299" y="2151001"/>
                  </a:lnTo>
                  <a:lnTo>
                    <a:pt x="4634421" y="2133186"/>
                  </a:lnTo>
                  <a:lnTo>
                    <a:pt x="4675640" y="2113715"/>
                  </a:lnTo>
                  <a:lnTo>
                    <a:pt x="4715915" y="2092631"/>
                  </a:lnTo>
                  <a:lnTo>
                    <a:pt x="4755203" y="2069974"/>
                  </a:lnTo>
                  <a:lnTo>
                    <a:pt x="4793463" y="2045787"/>
                  </a:lnTo>
                  <a:lnTo>
                    <a:pt x="4830652" y="2020111"/>
                  </a:lnTo>
                  <a:lnTo>
                    <a:pt x="4866730" y="1992989"/>
                  </a:lnTo>
                  <a:lnTo>
                    <a:pt x="4901654" y="1964462"/>
                  </a:lnTo>
                  <a:lnTo>
                    <a:pt x="4935382" y="1934572"/>
                  </a:lnTo>
                  <a:lnTo>
                    <a:pt x="4967873" y="1903360"/>
                  </a:lnTo>
                  <a:lnTo>
                    <a:pt x="4999084" y="1870870"/>
                  </a:lnTo>
                  <a:lnTo>
                    <a:pt x="5028974" y="1837142"/>
                  </a:lnTo>
                  <a:lnTo>
                    <a:pt x="5057502" y="1802218"/>
                  </a:lnTo>
                  <a:lnTo>
                    <a:pt x="5084624" y="1766141"/>
                  </a:lnTo>
                  <a:lnTo>
                    <a:pt x="5110300" y="1728952"/>
                  </a:lnTo>
                  <a:lnTo>
                    <a:pt x="5134487" y="1690692"/>
                  </a:lnTo>
                  <a:lnTo>
                    <a:pt x="5157144" y="1651404"/>
                  </a:lnTo>
                  <a:lnTo>
                    <a:pt x="5178229" y="1611130"/>
                  </a:lnTo>
                  <a:lnTo>
                    <a:pt x="5197700" y="1569911"/>
                  </a:lnTo>
                  <a:lnTo>
                    <a:pt x="5215515" y="1527789"/>
                  </a:lnTo>
                  <a:lnTo>
                    <a:pt x="5231632" y="1484807"/>
                  </a:lnTo>
                  <a:lnTo>
                    <a:pt x="5246010" y="1441005"/>
                  </a:lnTo>
                  <a:lnTo>
                    <a:pt x="5258606" y="1396426"/>
                  </a:lnTo>
                  <a:lnTo>
                    <a:pt x="5269380" y="1351111"/>
                  </a:lnTo>
                  <a:lnTo>
                    <a:pt x="5278288" y="1305103"/>
                  </a:lnTo>
                  <a:lnTo>
                    <a:pt x="5285290" y="1258443"/>
                  </a:lnTo>
                  <a:lnTo>
                    <a:pt x="5290342" y="1211173"/>
                  </a:lnTo>
                  <a:lnTo>
                    <a:pt x="5293405" y="1163335"/>
                  </a:lnTo>
                  <a:lnTo>
                    <a:pt x="5294435" y="1114960"/>
                  </a:lnTo>
                  <a:lnTo>
                    <a:pt x="5293405" y="1066596"/>
                  </a:lnTo>
                  <a:lnTo>
                    <a:pt x="5290342" y="1018758"/>
                  </a:lnTo>
                  <a:lnTo>
                    <a:pt x="5285290" y="971488"/>
                  </a:lnTo>
                  <a:lnTo>
                    <a:pt x="5278288" y="924828"/>
                  </a:lnTo>
                  <a:lnTo>
                    <a:pt x="5269380" y="878819"/>
                  </a:lnTo>
                  <a:lnTo>
                    <a:pt x="5258606" y="833505"/>
                  </a:lnTo>
                  <a:lnTo>
                    <a:pt x="5246010" y="788925"/>
                  </a:lnTo>
                  <a:lnTo>
                    <a:pt x="5231632" y="745123"/>
                  </a:lnTo>
                  <a:lnTo>
                    <a:pt x="5215515" y="702140"/>
                  </a:lnTo>
                  <a:lnTo>
                    <a:pt x="5197700" y="660018"/>
                  </a:lnTo>
                  <a:lnTo>
                    <a:pt x="5178229" y="618799"/>
                  </a:lnTo>
                  <a:lnTo>
                    <a:pt x="5157144" y="578524"/>
                  </a:lnTo>
                  <a:lnTo>
                    <a:pt x="5134487" y="539236"/>
                  </a:lnTo>
                  <a:lnTo>
                    <a:pt x="5110300" y="500976"/>
                  </a:lnTo>
                  <a:lnTo>
                    <a:pt x="5084624" y="463787"/>
                  </a:lnTo>
                  <a:lnTo>
                    <a:pt x="5057502" y="427709"/>
                  </a:lnTo>
                  <a:lnTo>
                    <a:pt x="5028974" y="392785"/>
                  </a:lnTo>
                  <a:lnTo>
                    <a:pt x="4999084" y="359056"/>
                  </a:lnTo>
                  <a:lnTo>
                    <a:pt x="4967873" y="326565"/>
                  </a:lnTo>
                  <a:lnTo>
                    <a:pt x="4935382" y="295354"/>
                  </a:lnTo>
                  <a:lnTo>
                    <a:pt x="4901654" y="265463"/>
                  </a:lnTo>
                  <a:lnTo>
                    <a:pt x="4866730" y="236936"/>
                  </a:lnTo>
                  <a:lnTo>
                    <a:pt x="4830652" y="209813"/>
                  </a:lnTo>
                  <a:lnTo>
                    <a:pt x="4793463" y="184137"/>
                  </a:lnTo>
                  <a:lnTo>
                    <a:pt x="4755203" y="159950"/>
                  </a:lnTo>
                  <a:lnTo>
                    <a:pt x="4715915" y="137293"/>
                  </a:lnTo>
                  <a:lnTo>
                    <a:pt x="4675640" y="116207"/>
                  </a:lnTo>
                  <a:lnTo>
                    <a:pt x="4634421" y="96736"/>
                  </a:lnTo>
                  <a:lnTo>
                    <a:pt x="4592299" y="78921"/>
                  </a:lnTo>
                  <a:lnTo>
                    <a:pt x="4549315" y="62804"/>
                  </a:lnTo>
                  <a:lnTo>
                    <a:pt x="4505513" y="48426"/>
                  </a:lnTo>
                  <a:lnTo>
                    <a:pt x="4460933" y="35829"/>
                  </a:lnTo>
                  <a:lnTo>
                    <a:pt x="4415618" y="25055"/>
                  </a:lnTo>
                  <a:lnTo>
                    <a:pt x="4369609" y="16147"/>
                  </a:lnTo>
                  <a:lnTo>
                    <a:pt x="4322949" y="9145"/>
                  </a:lnTo>
                  <a:lnTo>
                    <a:pt x="4275678" y="4092"/>
                  </a:lnTo>
                  <a:lnTo>
                    <a:pt x="4227839" y="1030"/>
                  </a:lnTo>
                  <a:lnTo>
                    <a:pt x="4179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78" name="object 185">
              <a:extLst>
                <a:ext uri="{FF2B5EF4-FFF2-40B4-BE49-F238E27FC236}">
                  <a16:creationId xmlns:a16="http://schemas.microsoft.com/office/drawing/2014/main" id="{1FA516A5-05C9-4FB4-810A-9451B3C9CE05}"/>
                </a:ext>
              </a:extLst>
            </p:cNvPr>
            <p:cNvSpPr/>
            <p:nvPr/>
          </p:nvSpPr>
          <p:spPr>
            <a:xfrm>
              <a:off x="6455105" y="4586103"/>
              <a:ext cx="1674515" cy="1602597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79" name="object 186">
              <a:extLst>
                <a:ext uri="{FF2B5EF4-FFF2-40B4-BE49-F238E27FC236}">
                  <a16:creationId xmlns:a16="http://schemas.microsoft.com/office/drawing/2014/main" id="{6D300C6F-45E4-481E-B7AB-A7A599FB5778}"/>
                </a:ext>
              </a:extLst>
            </p:cNvPr>
            <p:cNvSpPr/>
            <p:nvPr/>
          </p:nvSpPr>
          <p:spPr>
            <a:xfrm>
              <a:off x="6650062" y="4844082"/>
              <a:ext cx="1109561" cy="1061907"/>
            </a:xfrm>
            <a:custGeom>
              <a:avLst/>
              <a:gdLst/>
              <a:ahLst/>
              <a:cxnLst/>
              <a:rect l="l" t="t" r="r" b="b"/>
              <a:pathLst>
                <a:path w="1505584" h="1505584">
                  <a:moveTo>
                    <a:pt x="752553" y="0"/>
                  </a:moveTo>
                  <a:lnTo>
                    <a:pt x="704960" y="1480"/>
                  </a:lnTo>
                  <a:lnTo>
                    <a:pt x="658154" y="5863"/>
                  </a:lnTo>
                  <a:lnTo>
                    <a:pt x="612223" y="13060"/>
                  </a:lnTo>
                  <a:lnTo>
                    <a:pt x="567255" y="22983"/>
                  </a:lnTo>
                  <a:lnTo>
                    <a:pt x="523338" y="35543"/>
                  </a:lnTo>
                  <a:lnTo>
                    <a:pt x="480560" y="50654"/>
                  </a:lnTo>
                  <a:lnTo>
                    <a:pt x="439010" y="68226"/>
                  </a:lnTo>
                  <a:lnTo>
                    <a:pt x="398775" y="88171"/>
                  </a:lnTo>
                  <a:lnTo>
                    <a:pt x="359943" y="110402"/>
                  </a:lnTo>
                  <a:lnTo>
                    <a:pt x="322604" y="134829"/>
                  </a:lnTo>
                  <a:lnTo>
                    <a:pt x="286844" y="161366"/>
                  </a:lnTo>
                  <a:lnTo>
                    <a:pt x="252753" y="189923"/>
                  </a:lnTo>
                  <a:lnTo>
                    <a:pt x="220418" y="220413"/>
                  </a:lnTo>
                  <a:lnTo>
                    <a:pt x="189928" y="252747"/>
                  </a:lnTo>
                  <a:lnTo>
                    <a:pt x="161370" y="286838"/>
                  </a:lnTo>
                  <a:lnTo>
                    <a:pt x="134833" y="322597"/>
                  </a:lnTo>
                  <a:lnTo>
                    <a:pt x="110404" y="359936"/>
                  </a:lnTo>
                  <a:lnTo>
                    <a:pt x="88173" y="398767"/>
                  </a:lnTo>
                  <a:lnTo>
                    <a:pt x="68228" y="439001"/>
                  </a:lnTo>
                  <a:lnTo>
                    <a:pt x="50655" y="480551"/>
                  </a:lnTo>
                  <a:lnTo>
                    <a:pt x="35544" y="523329"/>
                  </a:lnTo>
                  <a:lnTo>
                    <a:pt x="22983" y="567245"/>
                  </a:lnTo>
                  <a:lnTo>
                    <a:pt x="13060" y="612213"/>
                  </a:lnTo>
                  <a:lnTo>
                    <a:pt x="5863" y="658144"/>
                  </a:lnTo>
                  <a:lnTo>
                    <a:pt x="1480" y="704950"/>
                  </a:lnTo>
                  <a:lnTo>
                    <a:pt x="0" y="752542"/>
                  </a:lnTo>
                  <a:lnTo>
                    <a:pt x="1480" y="800134"/>
                  </a:lnTo>
                  <a:lnTo>
                    <a:pt x="5863" y="846940"/>
                  </a:lnTo>
                  <a:lnTo>
                    <a:pt x="13060" y="892871"/>
                  </a:lnTo>
                  <a:lnTo>
                    <a:pt x="22983" y="937839"/>
                  </a:lnTo>
                  <a:lnTo>
                    <a:pt x="35544" y="981755"/>
                  </a:lnTo>
                  <a:lnTo>
                    <a:pt x="50655" y="1024533"/>
                  </a:lnTo>
                  <a:lnTo>
                    <a:pt x="68228" y="1066083"/>
                  </a:lnTo>
                  <a:lnTo>
                    <a:pt x="88173" y="1106317"/>
                  </a:lnTo>
                  <a:lnTo>
                    <a:pt x="110404" y="1145148"/>
                  </a:lnTo>
                  <a:lnTo>
                    <a:pt x="134833" y="1182487"/>
                  </a:lnTo>
                  <a:lnTo>
                    <a:pt x="161370" y="1218246"/>
                  </a:lnTo>
                  <a:lnTo>
                    <a:pt x="189928" y="1252337"/>
                  </a:lnTo>
                  <a:lnTo>
                    <a:pt x="220418" y="1284671"/>
                  </a:lnTo>
                  <a:lnTo>
                    <a:pt x="252753" y="1315161"/>
                  </a:lnTo>
                  <a:lnTo>
                    <a:pt x="286844" y="1343718"/>
                  </a:lnTo>
                  <a:lnTo>
                    <a:pt x="322604" y="1370255"/>
                  </a:lnTo>
                  <a:lnTo>
                    <a:pt x="359943" y="1394682"/>
                  </a:lnTo>
                  <a:lnTo>
                    <a:pt x="398775" y="1416913"/>
                  </a:lnTo>
                  <a:lnTo>
                    <a:pt x="439010" y="1436858"/>
                  </a:lnTo>
                  <a:lnTo>
                    <a:pt x="480560" y="1454430"/>
                  </a:lnTo>
                  <a:lnTo>
                    <a:pt x="523338" y="1469541"/>
                  </a:lnTo>
                  <a:lnTo>
                    <a:pt x="567255" y="1482101"/>
                  </a:lnTo>
                  <a:lnTo>
                    <a:pt x="612223" y="1492024"/>
                  </a:lnTo>
                  <a:lnTo>
                    <a:pt x="658154" y="1499221"/>
                  </a:lnTo>
                  <a:lnTo>
                    <a:pt x="704960" y="1503604"/>
                  </a:lnTo>
                  <a:lnTo>
                    <a:pt x="752553" y="1505085"/>
                  </a:lnTo>
                  <a:lnTo>
                    <a:pt x="800145" y="1503604"/>
                  </a:lnTo>
                  <a:lnTo>
                    <a:pt x="846950" y="1499221"/>
                  </a:lnTo>
                  <a:lnTo>
                    <a:pt x="892881" y="1492024"/>
                  </a:lnTo>
                  <a:lnTo>
                    <a:pt x="937849" y="1482101"/>
                  </a:lnTo>
                  <a:lnTo>
                    <a:pt x="981766" y="1469541"/>
                  </a:lnTo>
                  <a:lnTo>
                    <a:pt x="1024543" y="1454430"/>
                  </a:lnTo>
                  <a:lnTo>
                    <a:pt x="1066093" y="1436858"/>
                  </a:lnTo>
                  <a:lnTo>
                    <a:pt x="1106328" y="1416913"/>
                  </a:lnTo>
                  <a:lnTo>
                    <a:pt x="1145159" y="1394682"/>
                  </a:lnTo>
                  <a:lnTo>
                    <a:pt x="1182498" y="1370255"/>
                  </a:lnTo>
                  <a:lnTo>
                    <a:pt x="1218256" y="1343718"/>
                  </a:lnTo>
                  <a:lnTo>
                    <a:pt x="1252347" y="1315161"/>
                  </a:lnTo>
                  <a:lnTo>
                    <a:pt x="1284682" y="1284671"/>
                  </a:lnTo>
                  <a:lnTo>
                    <a:pt x="1315172" y="1252337"/>
                  </a:lnTo>
                  <a:lnTo>
                    <a:pt x="1343729" y="1218246"/>
                  </a:lnTo>
                  <a:lnTo>
                    <a:pt x="1370265" y="1182487"/>
                  </a:lnTo>
                  <a:lnTo>
                    <a:pt x="1394693" y="1145148"/>
                  </a:lnTo>
                  <a:lnTo>
                    <a:pt x="1416923" y="1106317"/>
                  </a:lnTo>
                  <a:lnTo>
                    <a:pt x="1436869" y="1066083"/>
                  </a:lnTo>
                  <a:lnTo>
                    <a:pt x="1454441" y="1024533"/>
                  </a:lnTo>
                  <a:lnTo>
                    <a:pt x="1469551" y="981755"/>
                  </a:lnTo>
                  <a:lnTo>
                    <a:pt x="1482112" y="937839"/>
                  </a:lnTo>
                  <a:lnTo>
                    <a:pt x="1492035" y="892871"/>
                  </a:lnTo>
                  <a:lnTo>
                    <a:pt x="1499232" y="846940"/>
                  </a:lnTo>
                  <a:lnTo>
                    <a:pt x="1503615" y="800134"/>
                  </a:lnTo>
                  <a:lnTo>
                    <a:pt x="1505095" y="752542"/>
                  </a:lnTo>
                  <a:lnTo>
                    <a:pt x="1503615" y="704950"/>
                  </a:lnTo>
                  <a:lnTo>
                    <a:pt x="1499232" y="658144"/>
                  </a:lnTo>
                  <a:lnTo>
                    <a:pt x="1492035" y="612213"/>
                  </a:lnTo>
                  <a:lnTo>
                    <a:pt x="1482112" y="567245"/>
                  </a:lnTo>
                  <a:lnTo>
                    <a:pt x="1469551" y="523329"/>
                  </a:lnTo>
                  <a:lnTo>
                    <a:pt x="1454441" y="480551"/>
                  </a:lnTo>
                  <a:lnTo>
                    <a:pt x="1436869" y="439001"/>
                  </a:lnTo>
                  <a:lnTo>
                    <a:pt x="1416923" y="398767"/>
                  </a:lnTo>
                  <a:lnTo>
                    <a:pt x="1394693" y="359936"/>
                  </a:lnTo>
                  <a:lnTo>
                    <a:pt x="1370265" y="322597"/>
                  </a:lnTo>
                  <a:lnTo>
                    <a:pt x="1343729" y="286838"/>
                  </a:lnTo>
                  <a:lnTo>
                    <a:pt x="1315172" y="252747"/>
                  </a:lnTo>
                  <a:lnTo>
                    <a:pt x="1284682" y="220413"/>
                  </a:lnTo>
                  <a:lnTo>
                    <a:pt x="1252347" y="189923"/>
                  </a:lnTo>
                  <a:lnTo>
                    <a:pt x="1218256" y="161366"/>
                  </a:lnTo>
                  <a:lnTo>
                    <a:pt x="1182498" y="134829"/>
                  </a:lnTo>
                  <a:lnTo>
                    <a:pt x="1145159" y="110402"/>
                  </a:lnTo>
                  <a:lnTo>
                    <a:pt x="1106328" y="88171"/>
                  </a:lnTo>
                  <a:lnTo>
                    <a:pt x="1066093" y="68226"/>
                  </a:lnTo>
                  <a:lnTo>
                    <a:pt x="1024543" y="50654"/>
                  </a:lnTo>
                  <a:lnTo>
                    <a:pt x="981766" y="35543"/>
                  </a:lnTo>
                  <a:lnTo>
                    <a:pt x="937849" y="22983"/>
                  </a:lnTo>
                  <a:lnTo>
                    <a:pt x="892881" y="13060"/>
                  </a:lnTo>
                  <a:lnTo>
                    <a:pt x="846950" y="5863"/>
                  </a:lnTo>
                  <a:lnTo>
                    <a:pt x="800145" y="1480"/>
                  </a:lnTo>
                  <a:lnTo>
                    <a:pt x="752553" y="0"/>
                  </a:lnTo>
                  <a:close/>
                </a:path>
              </a:pathLst>
            </a:custGeom>
            <a:solidFill>
              <a:srgbClr val="C7CCD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80" name="object 187">
              <a:extLst>
                <a:ext uri="{FF2B5EF4-FFF2-40B4-BE49-F238E27FC236}">
                  <a16:creationId xmlns:a16="http://schemas.microsoft.com/office/drawing/2014/main" id="{749E6DC5-5E38-479B-9454-1A0F1B6635DD}"/>
                </a:ext>
              </a:extLst>
            </p:cNvPr>
            <p:cNvSpPr/>
            <p:nvPr/>
          </p:nvSpPr>
          <p:spPr>
            <a:xfrm>
              <a:off x="6310098" y="5246096"/>
              <a:ext cx="672943" cy="257527"/>
            </a:xfrm>
            <a:custGeom>
              <a:avLst/>
              <a:gdLst/>
              <a:ahLst/>
              <a:cxnLst/>
              <a:rect l="l" t="t" r="r" b="b"/>
              <a:pathLst>
                <a:path w="913129" h="365125">
                  <a:moveTo>
                    <a:pt x="912841" y="0"/>
                  </a:moveTo>
                  <a:lnTo>
                    <a:pt x="15130" y="0"/>
                  </a:lnTo>
                  <a:lnTo>
                    <a:pt x="8636" y="44845"/>
                  </a:lnTo>
                  <a:lnTo>
                    <a:pt x="3893" y="90235"/>
                  </a:lnTo>
                  <a:lnTo>
                    <a:pt x="987" y="136147"/>
                  </a:lnTo>
                  <a:lnTo>
                    <a:pt x="0" y="182559"/>
                  </a:lnTo>
                  <a:lnTo>
                    <a:pt x="987" y="228972"/>
                  </a:lnTo>
                  <a:lnTo>
                    <a:pt x="3893" y="274885"/>
                  </a:lnTo>
                  <a:lnTo>
                    <a:pt x="8636" y="320278"/>
                  </a:lnTo>
                  <a:lnTo>
                    <a:pt x="15130" y="365130"/>
                  </a:lnTo>
                  <a:lnTo>
                    <a:pt x="912841" y="365130"/>
                  </a:lnTo>
                  <a:lnTo>
                    <a:pt x="912841" y="0"/>
                  </a:lnTo>
                  <a:close/>
                </a:path>
              </a:pathLst>
            </a:custGeom>
            <a:solidFill>
              <a:srgbClr val="C7CCD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81" name="object 188">
              <a:extLst>
                <a:ext uri="{FF2B5EF4-FFF2-40B4-BE49-F238E27FC236}">
                  <a16:creationId xmlns:a16="http://schemas.microsoft.com/office/drawing/2014/main" id="{67C24FD9-33D8-4C0A-8783-7597EC43694D}"/>
                </a:ext>
              </a:extLst>
            </p:cNvPr>
            <p:cNvSpPr/>
            <p:nvPr/>
          </p:nvSpPr>
          <p:spPr>
            <a:xfrm>
              <a:off x="7982449" y="4771475"/>
              <a:ext cx="3259275" cy="257527"/>
            </a:xfrm>
            <a:custGeom>
              <a:avLst/>
              <a:gdLst/>
              <a:ahLst/>
              <a:cxnLst/>
              <a:rect l="l" t="t" r="r" b="b"/>
              <a:pathLst>
                <a:path w="3035934" h="365125">
                  <a:moveTo>
                    <a:pt x="2885755" y="0"/>
                  </a:moveTo>
                  <a:lnTo>
                    <a:pt x="0" y="0"/>
                  </a:lnTo>
                  <a:lnTo>
                    <a:pt x="0" y="365130"/>
                  </a:lnTo>
                  <a:lnTo>
                    <a:pt x="3035624" y="365130"/>
                  </a:lnTo>
                  <a:lnTo>
                    <a:pt x="3023994" y="316089"/>
                  </a:lnTo>
                  <a:lnTo>
                    <a:pt x="3010224" y="267918"/>
                  </a:lnTo>
                  <a:lnTo>
                    <a:pt x="2994370" y="220668"/>
                  </a:lnTo>
                  <a:lnTo>
                    <a:pt x="2976486" y="174389"/>
                  </a:lnTo>
                  <a:lnTo>
                    <a:pt x="2956628" y="129133"/>
                  </a:lnTo>
                  <a:lnTo>
                    <a:pt x="2934850" y="84948"/>
                  </a:lnTo>
                  <a:lnTo>
                    <a:pt x="2911207" y="41887"/>
                  </a:lnTo>
                  <a:lnTo>
                    <a:pt x="2885755" y="0"/>
                  </a:lnTo>
                  <a:close/>
                </a:path>
              </a:pathLst>
            </a:custGeom>
            <a:solidFill>
              <a:srgbClr val="C7CCD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82" name="object 189">
              <a:extLst>
                <a:ext uri="{FF2B5EF4-FFF2-40B4-BE49-F238E27FC236}">
                  <a16:creationId xmlns:a16="http://schemas.microsoft.com/office/drawing/2014/main" id="{4AB79DE7-B1FA-43EF-943F-DD8EF193C223}"/>
                </a:ext>
              </a:extLst>
            </p:cNvPr>
            <p:cNvSpPr txBox="1"/>
            <p:nvPr/>
          </p:nvSpPr>
          <p:spPr>
            <a:xfrm>
              <a:off x="6966697" y="5057230"/>
              <a:ext cx="666392" cy="570028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600" b="1" spc="-40" dirty="0">
                  <a:solidFill>
                    <a:srgbClr val="FFFFFF"/>
                  </a:solidFill>
                  <a:latin typeface="+mj-lt"/>
                  <a:cs typeface="Montserrat Black"/>
                </a:rPr>
                <a:t>03</a:t>
              </a:r>
              <a:endParaRPr sz="3600" dirty="0">
                <a:latin typeface="+mj-lt"/>
                <a:cs typeface="Montserrat Black"/>
              </a:endParaRPr>
            </a:p>
          </p:txBody>
        </p:sp>
        <p:sp>
          <p:nvSpPr>
            <p:cNvPr id="183" name="object 190">
              <a:extLst>
                <a:ext uri="{FF2B5EF4-FFF2-40B4-BE49-F238E27FC236}">
                  <a16:creationId xmlns:a16="http://schemas.microsoft.com/office/drawing/2014/main" id="{9985610F-99FB-483D-B1A7-A4A0E8EA6150}"/>
                </a:ext>
              </a:extLst>
            </p:cNvPr>
            <p:cNvSpPr/>
            <p:nvPr/>
          </p:nvSpPr>
          <p:spPr>
            <a:xfrm>
              <a:off x="7688172" y="5257021"/>
              <a:ext cx="213395" cy="236029"/>
            </a:xfrm>
            <a:custGeom>
              <a:avLst/>
              <a:gdLst/>
              <a:ahLst/>
              <a:cxnLst/>
              <a:rect l="l" t="t" r="r" b="b"/>
              <a:pathLst>
                <a:path w="289559" h="334645">
                  <a:moveTo>
                    <a:pt x="0" y="0"/>
                  </a:moveTo>
                  <a:lnTo>
                    <a:pt x="0" y="334146"/>
                  </a:lnTo>
                  <a:lnTo>
                    <a:pt x="289383" y="1670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CD4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84" name="object 191">
              <a:extLst>
                <a:ext uri="{FF2B5EF4-FFF2-40B4-BE49-F238E27FC236}">
                  <a16:creationId xmlns:a16="http://schemas.microsoft.com/office/drawing/2014/main" id="{EC8DE971-DD66-448F-95C9-74AD0036A9E1}"/>
                </a:ext>
              </a:extLst>
            </p:cNvPr>
            <p:cNvSpPr/>
            <p:nvPr/>
          </p:nvSpPr>
          <p:spPr>
            <a:xfrm>
              <a:off x="6728825" y="4919457"/>
              <a:ext cx="951855" cy="910974"/>
            </a:xfrm>
            <a:custGeom>
              <a:avLst/>
              <a:gdLst/>
              <a:ahLst/>
              <a:cxnLst/>
              <a:rect l="l" t="t" r="r" b="b"/>
              <a:pathLst>
                <a:path w="1291590" h="1291590">
                  <a:moveTo>
                    <a:pt x="1291353" y="645676"/>
                  </a:moveTo>
                  <a:lnTo>
                    <a:pt x="1289582" y="693864"/>
                  </a:lnTo>
                  <a:lnTo>
                    <a:pt x="1284352" y="741089"/>
                  </a:lnTo>
                  <a:lnTo>
                    <a:pt x="1275788" y="787228"/>
                  </a:lnTo>
                  <a:lnTo>
                    <a:pt x="1264015" y="832156"/>
                  </a:lnTo>
                  <a:lnTo>
                    <a:pt x="1249158" y="875747"/>
                  </a:lnTo>
                  <a:lnTo>
                    <a:pt x="1231342" y="917877"/>
                  </a:lnTo>
                  <a:lnTo>
                    <a:pt x="1210691" y="958421"/>
                  </a:lnTo>
                  <a:lnTo>
                    <a:pt x="1187330" y="997253"/>
                  </a:lnTo>
                  <a:lnTo>
                    <a:pt x="1161385" y="1034251"/>
                  </a:lnTo>
                  <a:lnTo>
                    <a:pt x="1132979" y="1069287"/>
                  </a:lnTo>
                  <a:lnTo>
                    <a:pt x="1102238" y="1102238"/>
                  </a:lnTo>
                  <a:lnTo>
                    <a:pt x="1069287" y="1132979"/>
                  </a:lnTo>
                  <a:lnTo>
                    <a:pt x="1034251" y="1161385"/>
                  </a:lnTo>
                  <a:lnTo>
                    <a:pt x="997253" y="1187330"/>
                  </a:lnTo>
                  <a:lnTo>
                    <a:pt x="958421" y="1210691"/>
                  </a:lnTo>
                  <a:lnTo>
                    <a:pt x="917877" y="1231342"/>
                  </a:lnTo>
                  <a:lnTo>
                    <a:pt x="875747" y="1249158"/>
                  </a:lnTo>
                  <a:lnTo>
                    <a:pt x="832156" y="1264015"/>
                  </a:lnTo>
                  <a:lnTo>
                    <a:pt x="787228" y="1275788"/>
                  </a:lnTo>
                  <a:lnTo>
                    <a:pt x="741089" y="1284352"/>
                  </a:lnTo>
                  <a:lnTo>
                    <a:pt x="693864" y="1289582"/>
                  </a:lnTo>
                  <a:lnTo>
                    <a:pt x="645676" y="1291353"/>
                  </a:lnTo>
                  <a:lnTo>
                    <a:pt x="597489" y="1289582"/>
                  </a:lnTo>
                  <a:lnTo>
                    <a:pt x="550263" y="1284352"/>
                  </a:lnTo>
                  <a:lnTo>
                    <a:pt x="504124" y="1275788"/>
                  </a:lnTo>
                  <a:lnTo>
                    <a:pt x="459197" y="1264015"/>
                  </a:lnTo>
                  <a:lnTo>
                    <a:pt x="415605" y="1249158"/>
                  </a:lnTo>
                  <a:lnTo>
                    <a:pt x="373476" y="1231342"/>
                  </a:lnTo>
                  <a:lnTo>
                    <a:pt x="332932" y="1210691"/>
                  </a:lnTo>
                  <a:lnTo>
                    <a:pt x="294099" y="1187330"/>
                  </a:lnTo>
                  <a:lnTo>
                    <a:pt x="257102" y="1161385"/>
                  </a:lnTo>
                  <a:lnTo>
                    <a:pt x="222065" y="1132979"/>
                  </a:lnTo>
                  <a:lnTo>
                    <a:pt x="189114" y="1102238"/>
                  </a:lnTo>
                  <a:lnTo>
                    <a:pt x="158373" y="1069287"/>
                  </a:lnTo>
                  <a:lnTo>
                    <a:pt x="129968" y="1034251"/>
                  </a:lnTo>
                  <a:lnTo>
                    <a:pt x="104022" y="997253"/>
                  </a:lnTo>
                  <a:lnTo>
                    <a:pt x="80661" y="958421"/>
                  </a:lnTo>
                  <a:lnTo>
                    <a:pt x="60010" y="917877"/>
                  </a:lnTo>
                  <a:lnTo>
                    <a:pt x="42194" y="875747"/>
                  </a:lnTo>
                  <a:lnTo>
                    <a:pt x="27337" y="832156"/>
                  </a:lnTo>
                  <a:lnTo>
                    <a:pt x="15564" y="787228"/>
                  </a:lnTo>
                  <a:lnTo>
                    <a:pt x="7000" y="741089"/>
                  </a:lnTo>
                  <a:lnTo>
                    <a:pt x="1771" y="693864"/>
                  </a:lnTo>
                  <a:lnTo>
                    <a:pt x="0" y="645676"/>
                  </a:lnTo>
                  <a:lnTo>
                    <a:pt x="1771" y="597489"/>
                  </a:lnTo>
                  <a:lnTo>
                    <a:pt x="7000" y="550263"/>
                  </a:lnTo>
                  <a:lnTo>
                    <a:pt x="15564" y="504124"/>
                  </a:lnTo>
                  <a:lnTo>
                    <a:pt x="27337" y="459197"/>
                  </a:lnTo>
                  <a:lnTo>
                    <a:pt x="42194" y="415605"/>
                  </a:lnTo>
                  <a:lnTo>
                    <a:pt x="60010" y="373476"/>
                  </a:lnTo>
                  <a:lnTo>
                    <a:pt x="80661" y="332932"/>
                  </a:lnTo>
                  <a:lnTo>
                    <a:pt x="104022" y="294099"/>
                  </a:lnTo>
                  <a:lnTo>
                    <a:pt x="129968" y="257102"/>
                  </a:lnTo>
                  <a:lnTo>
                    <a:pt x="158373" y="222065"/>
                  </a:lnTo>
                  <a:lnTo>
                    <a:pt x="189114" y="189114"/>
                  </a:lnTo>
                  <a:lnTo>
                    <a:pt x="222065" y="158373"/>
                  </a:lnTo>
                  <a:lnTo>
                    <a:pt x="257102" y="129968"/>
                  </a:lnTo>
                  <a:lnTo>
                    <a:pt x="294099" y="104022"/>
                  </a:lnTo>
                  <a:lnTo>
                    <a:pt x="332932" y="80661"/>
                  </a:lnTo>
                  <a:lnTo>
                    <a:pt x="373476" y="60010"/>
                  </a:lnTo>
                  <a:lnTo>
                    <a:pt x="415605" y="42194"/>
                  </a:lnTo>
                  <a:lnTo>
                    <a:pt x="459197" y="27337"/>
                  </a:lnTo>
                  <a:lnTo>
                    <a:pt x="504124" y="15564"/>
                  </a:lnTo>
                  <a:lnTo>
                    <a:pt x="550263" y="7000"/>
                  </a:lnTo>
                  <a:lnTo>
                    <a:pt x="597489" y="1771"/>
                  </a:lnTo>
                  <a:lnTo>
                    <a:pt x="645676" y="0"/>
                  </a:lnTo>
                  <a:lnTo>
                    <a:pt x="693864" y="1771"/>
                  </a:lnTo>
                  <a:lnTo>
                    <a:pt x="741089" y="7000"/>
                  </a:lnTo>
                  <a:lnTo>
                    <a:pt x="787228" y="15564"/>
                  </a:lnTo>
                  <a:lnTo>
                    <a:pt x="832156" y="27337"/>
                  </a:lnTo>
                  <a:lnTo>
                    <a:pt x="875747" y="42194"/>
                  </a:lnTo>
                  <a:lnTo>
                    <a:pt x="917877" y="60010"/>
                  </a:lnTo>
                  <a:lnTo>
                    <a:pt x="958421" y="80661"/>
                  </a:lnTo>
                  <a:lnTo>
                    <a:pt x="997253" y="104022"/>
                  </a:lnTo>
                  <a:lnTo>
                    <a:pt x="1034251" y="129968"/>
                  </a:lnTo>
                  <a:lnTo>
                    <a:pt x="1069287" y="158373"/>
                  </a:lnTo>
                  <a:lnTo>
                    <a:pt x="1102238" y="189114"/>
                  </a:lnTo>
                  <a:lnTo>
                    <a:pt x="1132979" y="222065"/>
                  </a:lnTo>
                  <a:lnTo>
                    <a:pt x="1161385" y="257102"/>
                  </a:lnTo>
                  <a:lnTo>
                    <a:pt x="1187330" y="294099"/>
                  </a:lnTo>
                  <a:lnTo>
                    <a:pt x="1210691" y="332932"/>
                  </a:lnTo>
                  <a:lnTo>
                    <a:pt x="1231342" y="373476"/>
                  </a:lnTo>
                  <a:lnTo>
                    <a:pt x="1249158" y="415605"/>
                  </a:lnTo>
                  <a:lnTo>
                    <a:pt x="1264015" y="459197"/>
                  </a:lnTo>
                  <a:lnTo>
                    <a:pt x="1275788" y="504124"/>
                  </a:lnTo>
                  <a:lnTo>
                    <a:pt x="1284352" y="550263"/>
                  </a:lnTo>
                  <a:lnTo>
                    <a:pt x="1289582" y="597489"/>
                  </a:lnTo>
                  <a:lnTo>
                    <a:pt x="1291353" y="645676"/>
                  </a:lnTo>
                  <a:close/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185" name="object 192">
              <a:extLst>
                <a:ext uri="{FF2B5EF4-FFF2-40B4-BE49-F238E27FC236}">
                  <a16:creationId xmlns:a16="http://schemas.microsoft.com/office/drawing/2014/main" id="{AF37CE58-325E-42EA-B8E4-20A768BDCCAE}"/>
                </a:ext>
              </a:extLst>
            </p:cNvPr>
            <p:cNvSpPr txBox="1"/>
            <p:nvPr/>
          </p:nvSpPr>
          <p:spPr>
            <a:xfrm>
              <a:off x="7976783" y="4769010"/>
              <a:ext cx="3264941" cy="591828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4"/>
                </a:spcBef>
              </a:pPr>
              <a:r>
                <a:rPr lang="es-ES" b="1" spc="10" dirty="0">
                  <a:solidFill>
                    <a:srgbClr val="FFFFFF"/>
                  </a:solidFill>
                  <a:latin typeface="+mj-lt"/>
                  <a:cs typeface="Montserrat Black"/>
                </a:rPr>
                <a:t>CONCEPTOS BÁSICOS</a:t>
              </a:r>
              <a:endParaRPr b="1" dirty="0">
                <a:latin typeface="+mj-lt"/>
                <a:cs typeface="Montserrat Black"/>
              </a:endParaRPr>
            </a:p>
            <a:p>
              <a:pPr marL="12700" marR="5080">
                <a:lnSpc>
                  <a:spcPct val="100000"/>
                </a:lnSpc>
                <a:spcBef>
                  <a:spcPts val="855"/>
                </a:spcBef>
              </a:pPr>
              <a:r>
                <a:rPr lang="es-ES" sz="1200" spc="-5" dirty="0">
                  <a:solidFill>
                    <a:srgbClr val="6B6C6C"/>
                  </a:solidFill>
                  <a:latin typeface="+mj-lt"/>
                  <a:cs typeface="Myriad Pro"/>
                </a:rPr>
                <a:t>Se dan pautas para realizar una buena investigación</a:t>
              </a:r>
              <a:endParaRPr sz="1200" dirty="0">
                <a:latin typeface="+mj-lt"/>
                <a:cs typeface="Myriad Pro"/>
              </a:endParaRPr>
            </a:p>
          </p:txBody>
        </p: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4CB5F864-B575-4724-92AB-D58C06F51C00}"/>
              </a:ext>
            </a:extLst>
          </p:cNvPr>
          <p:cNvGrpSpPr/>
          <p:nvPr/>
        </p:nvGrpSpPr>
        <p:grpSpPr>
          <a:xfrm>
            <a:off x="6698304" y="2329554"/>
            <a:ext cx="5820784" cy="2163524"/>
            <a:chOff x="4739584" y="2649218"/>
            <a:chExt cx="5820784" cy="2163524"/>
          </a:xfrm>
        </p:grpSpPr>
        <p:sp>
          <p:nvSpPr>
            <p:cNvPr id="186" name="object 193">
              <a:extLst>
                <a:ext uri="{FF2B5EF4-FFF2-40B4-BE49-F238E27FC236}">
                  <a16:creationId xmlns:a16="http://schemas.microsoft.com/office/drawing/2014/main" id="{4A759809-13C4-4E4C-97AC-249E49EFB3A2}"/>
                </a:ext>
              </a:extLst>
            </p:cNvPr>
            <p:cNvSpPr/>
            <p:nvPr/>
          </p:nvSpPr>
          <p:spPr>
            <a:xfrm>
              <a:off x="4739584" y="2707949"/>
              <a:ext cx="5820784" cy="210479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 dirty="0"/>
            </a:p>
          </p:txBody>
        </p:sp>
        <p:grpSp>
          <p:nvGrpSpPr>
            <p:cNvPr id="207" name="Grupo 206">
              <a:extLst>
                <a:ext uri="{FF2B5EF4-FFF2-40B4-BE49-F238E27FC236}">
                  <a16:creationId xmlns:a16="http://schemas.microsoft.com/office/drawing/2014/main" id="{E30B41DA-28D0-47EE-8EAA-2237E92F50DB}"/>
                </a:ext>
              </a:extLst>
            </p:cNvPr>
            <p:cNvGrpSpPr/>
            <p:nvPr/>
          </p:nvGrpSpPr>
          <p:grpSpPr>
            <a:xfrm>
              <a:off x="5205797" y="2649218"/>
              <a:ext cx="5049330" cy="1800000"/>
              <a:chOff x="5205797" y="2649218"/>
              <a:chExt cx="5049330" cy="1800000"/>
            </a:xfrm>
          </p:grpSpPr>
          <p:sp>
            <p:nvSpPr>
              <p:cNvPr id="187" name="object 194">
                <a:extLst>
                  <a:ext uri="{FF2B5EF4-FFF2-40B4-BE49-F238E27FC236}">
                    <a16:creationId xmlns:a16="http://schemas.microsoft.com/office/drawing/2014/main" id="{8DB76261-3822-47CD-9CC9-E5E9052C38FB}"/>
                  </a:ext>
                </a:extLst>
              </p:cNvPr>
              <p:cNvSpPr/>
              <p:nvPr/>
            </p:nvSpPr>
            <p:spPr>
              <a:xfrm>
                <a:off x="5205797" y="2649218"/>
                <a:ext cx="5040000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5294630" h="2230120">
                    <a:moveTo>
                      <a:pt x="4179474" y="0"/>
                    </a:moveTo>
                    <a:lnTo>
                      <a:pt x="1114960" y="0"/>
                    </a:lnTo>
                    <a:lnTo>
                      <a:pt x="1066595" y="1030"/>
                    </a:lnTo>
                    <a:lnTo>
                      <a:pt x="1018756" y="4092"/>
                    </a:lnTo>
                    <a:lnTo>
                      <a:pt x="971485" y="9145"/>
                    </a:lnTo>
                    <a:lnTo>
                      <a:pt x="924825" y="16147"/>
                    </a:lnTo>
                    <a:lnTo>
                      <a:pt x="878816" y="25055"/>
                    </a:lnTo>
                    <a:lnTo>
                      <a:pt x="833501" y="35829"/>
                    </a:lnTo>
                    <a:lnTo>
                      <a:pt x="788921" y="48426"/>
                    </a:lnTo>
                    <a:lnTo>
                      <a:pt x="745119" y="62804"/>
                    </a:lnTo>
                    <a:lnTo>
                      <a:pt x="702136" y="78921"/>
                    </a:lnTo>
                    <a:lnTo>
                      <a:pt x="660013" y="96736"/>
                    </a:lnTo>
                    <a:lnTo>
                      <a:pt x="618794" y="116207"/>
                    </a:lnTo>
                    <a:lnTo>
                      <a:pt x="578519" y="137293"/>
                    </a:lnTo>
                    <a:lnTo>
                      <a:pt x="539231" y="159950"/>
                    </a:lnTo>
                    <a:lnTo>
                      <a:pt x="500971" y="184137"/>
                    </a:lnTo>
                    <a:lnTo>
                      <a:pt x="463782" y="209813"/>
                    </a:lnTo>
                    <a:lnTo>
                      <a:pt x="427704" y="236936"/>
                    </a:lnTo>
                    <a:lnTo>
                      <a:pt x="392780" y="265463"/>
                    </a:lnTo>
                    <a:lnTo>
                      <a:pt x="359052" y="295354"/>
                    </a:lnTo>
                    <a:lnTo>
                      <a:pt x="326561" y="326565"/>
                    </a:lnTo>
                    <a:lnTo>
                      <a:pt x="295350" y="359056"/>
                    </a:lnTo>
                    <a:lnTo>
                      <a:pt x="265460" y="392785"/>
                    </a:lnTo>
                    <a:lnTo>
                      <a:pt x="236932" y="427709"/>
                    </a:lnTo>
                    <a:lnTo>
                      <a:pt x="209810" y="463787"/>
                    </a:lnTo>
                    <a:lnTo>
                      <a:pt x="184134" y="500976"/>
                    </a:lnTo>
                    <a:lnTo>
                      <a:pt x="159947" y="539236"/>
                    </a:lnTo>
                    <a:lnTo>
                      <a:pt x="137290" y="578524"/>
                    </a:lnTo>
                    <a:lnTo>
                      <a:pt x="116205" y="618799"/>
                    </a:lnTo>
                    <a:lnTo>
                      <a:pt x="96735" y="660018"/>
                    </a:lnTo>
                    <a:lnTo>
                      <a:pt x="78920" y="702140"/>
                    </a:lnTo>
                    <a:lnTo>
                      <a:pt x="62802" y="745123"/>
                    </a:lnTo>
                    <a:lnTo>
                      <a:pt x="48424" y="788925"/>
                    </a:lnTo>
                    <a:lnTo>
                      <a:pt x="35828" y="833505"/>
                    </a:lnTo>
                    <a:lnTo>
                      <a:pt x="25055" y="878819"/>
                    </a:lnTo>
                    <a:lnTo>
                      <a:pt x="16146" y="924828"/>
                    </a:lnTo>
                    <a:lnTo>
                      <a:pt x="9145" y="971488"/>
                    </a:lnTo>
                    <a:lnTo>
                      <a:pt x="4092" y="1018758"/>
                    </a:lnTo>
                    <a:lnTo>
                      <a:pt x="1029" y="1066596"/>
                    </a:lnTo>
                    <a:lnTo>
                      <a:pt x="0" y="1114971"/>
                    </a:lnTo>
                    <a:lnTo>
                      <a:pt x="1029" y="1163335"/>
                    </a:lnTo>
                    <a:lnTo>
                      <a:pt x="4092" y="1211173"/>
                    </a:lnTo>
                    <a:lnTo>
                      <a:pt x="9145" y="1258443"/>
                    </a:lnTo>
                    <a:lnTo>
                      <a:pt x="16146" y="1305103"/>
                    </a:lnTo>
                    <a:lnTo>
                      <a:pt x="25055" y="1351111"/>
                    </a:lnTo>
                    <a:lnTo>
                      <a:pt x="35828" y="1396426"/>
                    </a:lnTo>
                    <a:lnTo>
                      <a:pt x="48424" y="1441005"/>
                    </a:lnTo>
                    <a:lnTo>
                      <a:pt x="62802" y="1484807"/>
                    </a:lnTo>
                    <a:lnTo>
                      <a:pt x="78920" y="1527789"/>
                    </a:lnTo>
                    <a:lnTo>
                      <a:pt x="96735" y="1569911"/>
                    </a:lnTo>
                    <a:lnTo>
                      <a:pt x="116205" y="1611130"/>
                    </a:lnTo>
                    <a:lnTo>
                      <a:pt x="137290" y="1651404"/>
                    </a:lnTo>
                    <a:lnTo>
                      <a:pt x="159947" y="1690692"/>
                    </a:lnTo>
                    <a:lnTo>
                      <a:pt x="184134" y="1728952"/>
                    </a:lnTo>
                    <a:lnTo>
                      <a:pt x="209810" y="1766141"/>
                    </a:lnTo>
                    <a:lnTo>
                      <a:pt x="236932" y="1802218"/>
                    </a:lnTo>
                    <a:lnTo>
                      <a:pt x="265460" y="1837142"/>
                    </a:lnTo>
                    <a:lnTo>
                      <a:pt x="295350" y="1870870"/>
                    </a:lnTo>
                    <a:lnTo>
                      <a:pt x="326561" y="1903360"/>
                    </a:lnTo>
                    <a:lnTo>
                      <a:pt x="359052" y="1934572"/>
                    </a:lnTo>
                    <a:lnTo>
                      <a:pt x="392780" y="1964462"/>
                    </a:lnTo>
                    <a:lnTo>
                      <a:pt x="427704" y="1992989"/>
                    </a:lnTo>
                    <a:lnTo>
                      <a:pt x="463782" y="2020111"/>
                    </a:lnTo>
                    <a:lnTo>
                      <a:pt x="500971" y="2045787"/>
                    </a:lnTo>
                    <a:lnTo>
                      <a:pt x="539231" y="2069974"/>
                    </a:lnTo>
                    <a:lnTo>
                      <a:pt x="578519" y="2092631"/>
                    </a:lnTo>
                    <a:lnTo>
                      <a:pt x="618794" y="2113715"/>
                    </a:lnTo>
                    <a:lnTo>
                      <a:pt x="660013" y="2133186"/>
                    </a:lnTo>
                    <a:lnTo>
                      <a:pt x="702136" y="2151001"/>
                    </a:lnTo>
                    <a:lnTo>
                      <a:pt x="745119" y="2167118"/>
                    </a:lnTo>
                    <a:lnTo>
                      <a:pt x="788921" y="2181496"/>
                    </a:lnTo>
                    <a:lnTo>
                      <a:pt x="833501" y="2194092"/>
                    </a:lnTo>
                    <a:lnTo>
                      <a:pt x="878816" y="2204866"/>
                    </a:lnTo>
                    <a:lnTo>
                      <a:pt x="924825" y="2213774"/>
                    </a:lnTo>
                    <a:lnTo>
                      <a:pt x="971485" y="2220776"/>
                    </a:lnTo>
                    <a:lnTo>
                      <a:pt x="1018756" y="2225829"/>
                    </a:lnTo>
                    <a:lnTo>
                      <a:pt x="1066595" y="2228891"/>
                    </a:lnTo>
                    <a:lnTo>
                      <a:pt x="1114960" y="2229921"/>
                    </a:lnTo>
                    <a:lnTo>
                      <a:pt x="4179474" y="2229921"/>
                    </a:lnTo>
                    <a:lnTo>
                      <a:pt x="4227839" y="2228891"/>
                    </a:lnTo>
                    <a:lnTo>
                      <a:pt x="4275678" y="2225829"/>
                    </a:lnTo>
                    <a:lnTo>
                      <a:pt x="4322949" y="2220776"/>
                    </a:lnTo>
                    <a:lnTo>
                      <a:pt x="4369609" y="2213774"/>
                    </a:lnTo>
                    <a:lnTo>
                      <a:pt x="4415618" y="2204866"/>
                    </a:lnTo>
                    <a:lnTo>
                      <a:pt x="4460933" y="2194092"/>
                    </a:lnTo>
                    <a:lnTo>
                      <a:pt x="4505513" y="2181496"/>
                    </a:lnTo>
                    <a:lnTo>
                      <a:pt x="4549315" y="2167118"/>
                    </a:lnTo>
                    <a:lnTo>
                      <a:pt x="4592299" y="2151001"/>
                    </a:lnTo>
                    <a:lnTo>
                      <a:pt x="4634421" y="2133186"/>
                    </a:lnTo>
                    <a:lnTo>
                      <a:pt x="4675640" y="2113715"/>
                    </a:lnTo>
                    <a:lnTo>
                      <a:pt x="4715915" y="2092631"/>
                    </a:lnTo>
                    <a:lnTo>
                      <a:pt x="4755203" y="2069974"/>
                    </a:lnTo>
                    <a:lnTo>
                      <a:pt x="4793463" y="2045787"/>
                    </a:lnTo>
                    <a:lnTo>
                      <a:pt x="4830652" y="2020111"/>
                    </a:lnTo>
                    <a:lnTo>
                      <a:pt x="4866730" y="1992989"/>
                    </a:lnTo>
                    <a:lnTo>
                      <a:pt x="4901654" y="1964462"/>
                    </a:lnTo>
                    <a:lnTo>
                      <a:pt x="4935382" y="1934572"/>
                    </a:lnTo>
                    <a:lnTo>
                      <a:pt x="4967873" y="1903360"/>
                    </a:lnTo>
                    <a:lnTo>
                      <a:pt x="4999084" y="1870870"/>
                    </a:lnTo>
                    <a:lnTo>
                      <a:pt x="5028974" y="1837142"/>
                    </a:lnTo>
                    <a:lnTo>
                      <a:pt x="5057502" y="1802218"/>
                    </a:lnTo>
                    <a:lnTo>
                      <a:pt x="5084624" y="1766141"/>
                    </a:lnTo>
                    <a:lnTo>
                      <a:pt x="5110300" y="1728952"/>
                    </a:lnTo>
                    <a:lnTo>
                      <a:pt x="5134487" y="1690692"/>
                    </a:lnTo>
                    <a:lnTo>
                      <a:pt x="5157144" y="1651404"/>
                    </a:lnTo>
                    <a:lnTo>
                      <a:pt x="5178229" y="1611130"/>
                    </a:lnTo>
                    <a:lnTo>
                      <a:pt x="5197700" y="1569911"/>
                    </a:lnTo>
                    <a:lnTo>
                      <a:pt x="5215515" y="1527789"/>
                    </a:lnTo>
                    <a:lnTo>
                      <a:pt x="5231632" y="1484807"/>
                    </a:lnTo>
                    <a:lnTo>
                      <a:pt x="5246010" y="1441005"/>
                    </a:lnTo>
                    <a:lnTo>
                      <a:pt x="5258606" y="1396426"/>
                    </a:lnTo>
                    <a:lnTo>
                      <a:pt x="5269380" y="1351111"/>
                    </a:lnTo>
                    <a:lnTo>
                      <a:pt x="5278288" y="1305103"/>
                    </a:lnTo>
                    <a:lnTo>
                      <a:pt x="5285290" y="1258443"/>
                    </a:lnTo>
                    <a:lnTo>
                      <a:pt x="5290342" y="1211173"/>
                    </a:lnTo>
                    <a:lnTo>
                      <a:pt x="5293405" y="1163335"/>
                    </a:lnTo>
                    <a:lnTo>
                      <a:pt x="5294435" y="1114960"/>
                    </a:lnTo>
                    <a:lnTo>
                      <a:pt x="5293405" y="1066596"/>
                    </a:lnTo>
                    <a:lnTo>
                      <a:pt x="5290342" y="1018758"/>
                    </a:lnTo>
                    <a:lnTo>
                      <a:pt x="5285290" y="971488"/>
                    </a:lnTo>
                    <a:lnTo>
                      <a:pt x="5278288" y="924828"/>
                    </a:lnTo>
                    <a:lnTo>
                      <a:pt x="5269380" y="878819"/>
                    </a:lnTo>
                    <a:lnTo>
                      <a:pt x="5258606" y="833505"/>
                    </a:lnTo>
                    <a:lnTo>
                      <a:pt x="5246010" y="788925"/>
                    </a:lnTo>
                    <a:lnTo>
                      <a:pt x="5231632" y="745123"/>
                    </a:lnTo>
                    <a:lnTo>
                      <a:pt x="5215515" y="702140"/>
                    </a:lnTo>
                    <a:lnTo>
                      <a:pt x="5197700" y="660018"/>
                    </a:lnTo>
                    <a:lnTo>
                      <a:pt x="5178229" y="618799"/>
                    </a:lnTo>
                    <a:lnTo>
                      <a:pt x="5157144" y="578524"/>
                    </a:lnTo>
                    <a:lnTo>
                      <a:pt x="5134487" y="539236"/>
                    </a:lnTo>
                    <a:lnTo>
                      <a:pt x="5110300" y="500976"/>
                    </a:lnTo>
                    <a:lnTo>
                      <a:pt x="5084624" y="463787"/>
                    </a:lnTo>
                    <a:lnTo>
                      <a:pt x="5057502" y="427709"/>
                    </a:lnTo>
                    <a:lnTo>
                      <a:pt x="5028974" y="392785"/>
                    </a:lnTo>
                    <a:lnTo>
                      <a:pt x="4999084" y="359056"/>
                    </a:lnTo>
                    <a:lnTo>
                      <a:pt x="4967873" y="326565"/>
                    </a:lnTo>
                    <a:lnTo>
                      <a:pt x="4935382" y="295354"/>
                    </a:lnTo>
                    <a:lnTo>
                      <a:pt x="4901654" y="265463"/>
                    </a:lnTo>
                    <a:lnTo>
                      <a:pt x="4866730" y="236936"/>
                    </a:lnTo>
                    <a:lnTo>
                      <a:pt x="4830652" y="209813"/>
                    </a:lnTo>
                    <a:lnTo>
                      <a:pt x="4793463" y="184137"/>
                    </a:lnTo>
                    <a:lnTo>
                      <a:pt x="4755203" y="159950"/>
                    </a:lnTo>
                    <a:lnTo>
                      <a:pt x="4715915" y="137293"/>
                    </a:lnTo>
                    <a:lnTo>
                      <a:pt x="4675640" y="116207"/>
                    </a:lnTo>
                    <a:lnTo>
                      <a:pt x="4634421" y="96736"/>
                    </a:lnTo>
                    <a:lnTo>
                      <a:pt x="4592299" y="78921"/>
                    </a:lnTo>
                    <a:lnTo>
                      <a:pt x="4549315" y="62804"/>
                    </a:lnTo>
                    <a:lnTo>
                      <a:pt x="4505513" y="48426"/>
                    </a:lnTo>
                    <a:lnTo>
                      <a:pt x="4460933" y="35829"/>
                    </a:lnTo>
                    <a:lnTo>
                      <a:pt x="4415618" y="25055"/>
                    </a:lnTo>
                    <a:lnTo>
                      <a:pt x="4369609" y="16147"/>
                    </a:lnTo>
                    <a:lnTo>
                      <a:pt x="4322949" y="9145"/>
                    </a:lnTo>
                    <a:lnTo>
                      <a:pt x="4275678" y="4092"/>
                    </a:lnTo>
                    <a:lnTo>
                      <a:pt x="4227839" y="1030"/>
                    </a:lnTo>
                    <a:lnTo>
                      <a:pt x="41794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88" name="object 195">
                <a:extLst>
                  <a:ext uri="{FF2B5EF4-FFF2-40B4-BE49-F238E27FC236}">
                    <a16:creationId xmlns:a16="http://schemas.microsoft.com/office/drawing/2014/main" id="{F3BC147C-2098-4938-B38D-33580F22781D}"/>
                  </a:ext>
                </a:extLst>
              </p:cNvPr>
              <p:cNvSpPr/>
              <p:nvPr/>
            </p:nvSpPr>
            <p:spPr>
              <a:xfrm>
                <a:off x="8438287" y="2717638"/>
                <a:ext cx="1674515" cy="1602597"/>
              </a:xfrm>
              <a:prstGeom prst="rect">
                <a:avLst/>
              </a:prstGeom>
              <a:blipFill>
                <a:blip r:embed="rId1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89" name="object 196">
                <a:extLst>
                  <a:ext uri="{FF2B5EF4-FFF2-40B4-BE49-F238E27FC236}">
                    <a16:creationId xmlns:a16="http://schemas.microsoft.com/office/drawing/2014/main" id="{1FC3009E-D58B-4227-9B5D-F4570BB71162}"/>
                  </a:ext>
                </a:extLst>
              </p:cNvPr>
              <p:cNvSpPr/>
              <p:nvPr/>
            </p:nvSpPr>
            <p:spPr>
              <a:xfrm>
                <a:off x="8805743" y="2999724"/>
                <a:ext cx="1109561" cy="1061907"/>
              </a:xfrm>
              <a:custGeom>
                <a:avLst/>
                <a:gdLst/>
                <a:ahLst/>
                <a:cxnLst/>
                <a:rect l="l" t="t" r="r" b="b"/>
                <a:pathLst>
                  <a:path w="1505584" h="1505585">
                    <a:moveTo>
                      <a:pt x="752542" y="0"/>
                    </a:moveTo>
                    <a:lnTo>
                      <a:pt x="704950" y="1480"/>
                    </a:lnTo>
                    <a:lnTo>
                      <a:pt x="658144" y="5863"/>
                    </a:lnTo>
                    <a:lnTo>
                      <a:pt x="612213" y="13060"/>
                    </a:lnTo>
                    <a:lnTo>
                      <a:pt x="567245" y="22983"/>
                    </a:lnTo>
                    <a:lnTo>
                      <a:pt x="523329" y="35543"/>
                    </a:lnTo>
                    <a:lnTo>
                      <a:pt x="480551" y="50654"/>
                    </a:lnTo>
                    <a:lnTo>
                      <a:pt x="439001" y="68226"/>
                    </a:lnTo>
                    <a:lnTo>
                      <a:pt x="398767" y="88171"/>
                    </a:lnTo>
                    <a:lnTo>
                      <a:pt x="359936" y="110402"/>
                    </a:lnTo>
                    <a:lnTo>
                      <a:pt x="322597" y="134829"/>
                    </a:lnTo>
                    <a:lnTo>
                      <a:pt x="286838" y="161366"/>
                    </a:lnTo>
                    <a:lnTo>
                      <a:pt x="252747" y="189923"/>
                    </a:lnTo>
                    <a:lnTo>
                      <a:pt x="220413" y="220413"/>
                    </a:lnTo>
                    <a:lnTo>
                      <a:pt x="189923" y="252747"/>
                    </a:lnTo>
                    <a:lnTo>
                      <a:pt x="161366" y="286838"/>
                    </a:lnTo>
                    <a:lnTo>
                      <a:pt x="134829" y="322597"/>
                    </a:lnTo>
                    <a:lnTo>
                      <a:pt x="110402" y="359936"/>
                    </a:lnTo>
                    <a:lnTo>
                      <a:pt x="88171" y="398767"/>
                    </a:lnTo>
                    <a:lnTo>
                      <a:pt x="68226" y="439001"/>
                    </a:lnTo>
                    <a:lnTo>
                      <a:pt x="50654" y="480551"/>
                    </a:lnTo>
                    <a:lnTo>
                      <a:pt x="35543" y="523329"/>
                    </a:lnTo>
                    <a:lnTo>
                      <a:pt x="22983" y="567245"/>
                    </a:lnTo>
                    <a:lnTo>
                      <a:pt x="13060" y="612213"/>
                    </a:lnTo>
                    <a:lnTo>
                      <a:pt x="5863" y="658144"/>
                    </a:lnTo>
                    <a:lnTo>
                      <a:pt x="1480" y="704950"/>
                    </a:lnTo>
                    <a:lnTo>
                      <a:pt x="0" y="752542"/>
                    </a:lnTo>
                    <a:lnTo>
                      <a:pt x="1480" y="800134"/>
                    </a:lnTo>
                    <a:lnTo>
                      <a:pt x="5863" y="846940"/>
                    </a:lnTo>
                    <a:lnTo>
                      <a:pt x="13060" y="892871"/>
                    </a:lnTo>
                    <a:lnTo>
                      <a:pt x="22983" y="937839"/>
                    </a:lnTo>
                    <a:lnTo>
                      <a:pt x="35543" y="981755"/>
                    </a:lnTo>
                    <a:lnTo>
                      <a:pt x="50654" y="1024533"/>
                    </a:lnTo>
                    <a:lnTo>
                      <a:pt x="68226" y="1066083"/>
                    </a:lnTo>
                    <a:lnTo>
                      <a:pt x="88171" y="1106317"/>
                    </a:lnTo>
                    <a:lnTo>
                      <a:pt x="110402" y="1145148"/>
                    </a:lnTo>
                    <a:lnTo>
                      <a:pt x="134829" y="1182487"/>
                    </a:lnTo>
                    <a:lnTo>
                      <a:pt x="161366" y="1218246"/>
                    </a:lnTo>
                    <a:lnTo>
                      <a:pt x="189923" y="1252337"/>
                    </a:lnTo>
                    <a:lnTo>
                      <a:pt x="220413" y="1284671"/>
                    </a:lnTo>
                    <a:lnTo>
                      <a:pt x="252747" y="1315161"/>
                    </a:lnTo>
                    <a:lnTo>
                      <a:pt x="286838" y="1343718"/>
                    </a:lnTo>
                    <a:lnTo>
                      <a:pt x="322597" y="1370255"/>
                    </a:lnTo>
                    <a:lnTo>
                      <a:pt x="359936" y="1394682"/>
                    </a:lnTo>
                    <a:lnTo>
                      <a:pt x="398767" y="1416913"/>
                    </a:lnTo>
                    <a:lnTo>
                      <a:pt x="439001" y="1436858"/>
                    </a:lnTo>
                    <a:lnTo>
                      <a:pt x="480551" y="1454430"/>
                    </a:lnTo>
                    <a:lnTo>
                      <a:pt x="523329" y="1469541"/>
                    </a:lnTo>
                    <a:lnTo>
                      <a:pt x="567245" y="1482101"/>
                    </a:lnTo>
                    <a:lnTo>
                      <a:pt x="612213" y="1492024"/>
                    </a:lnTo>
                    <a:lnTo>
                      <a:pt x="658144" y="1499221"/>
                    </a:lnTo>
                    <a:lnTo>
                      <a:pt x="704950" y="1503604"/>
                    </a:lnTo>
                    <a:lnTo>
                      <a:pt x="752542" y="1505085"/>
                    </a:lnTo>
                    <a:lnTo>
                      <a:pt x="800134" y="1503604"/>
                    </a:lnTo>
                    <a:lnTo>
                      <a:pt x="846940" y="1499221"/>
                    </a:lnTo>
                    <a:lnTo>
                      <a:pt x="892871" y="1492024"/>
                    </a:lnTo>
                    <a:lnTo>
                      <a:pt x="937839" y="1482101"/>
                    </a:lnTo>
                    <a:lnTo>
                      <a:pt x="981756" y="1469541"/>
                    </a:lnTo>
                    <a:lnTo>
                      <a:pt x="1024534" y="1454430"/>
                    </a:lnTo>
                    <a:lnTo>
                      <a:pt x="1066085" y="1436858"/>
                    </a:lnTo>
                    <a:lnTo>
                      <a:pt x="1106320" y="1416913"/>
                    </a:lnTo>
                    <a:lnTo>
                      <a:pt x="1145151" y="1394682"/>
                    </a:lnTo>
                    <a:lnTo>
                      <a:pt x="1182491" y="1370255"/>
                    </a:lnTo>
                    <a:lnTo>
                      <a:pt x="1218250" y="1343718"/>
                    </a:lnTo>
                    <a:lnTo>
                      <a:pt x="1252341" y="1315161"/>
                    </a:lnTo>
                    <a:lnTo>
                      <a:pt x="1284676" y="1284671"/>
                    </a:lnTo>
                    <a:lnTo>
                      <a:pt x="1315167" y="1252337"/>
                    </a:lnTo>
                    <a:lnTo>
                      <a:pt x="1343725" y="1218246"/>
                    </a:lnTo>
                    <a:lnTo>
                      <a:pt x="1370262" y="1182487"/>
                    </a:lnTo>
                    <a:lnTo>
                      <a:pt x="1394690" y="1145148"/>
                    </a:lnTo>
                    <a:lnTo>
                      <a:pt x="1416921" y="1106317"/>
                    </a:lnTo>
                    <a:lnTo>
                      <a:pt x="1436867" y="1066083"/>
                    </a:lnTo>
                    <a:lnTo>
                      <a:pt x="1454439" y="1024533"/>
                    </a:lnTo>
                    <a:lnTo>
                      <a:pt x="1469550" y="981755"/>
                    </a:lnTo>
                    <a:lnTo>
                      <a:pt x="1482111" y="937839"/>
                    </a:lnTo>
                    <a:lnTo>
                      <a:pt x="1492034" y="892871"/>
                    </a:lnTo>
                    <a:lnTo>
                      <a:pt x="1499232" y="846940"/>
                    </a:lnTo>
                    <a:lnTo>
                      <a:pt x="1503614" y="800134"/>
                    </a:lnTo>
                    <a:lnTo>
                      <a:pt x="1505095" y="752542"/>
                    </a:lnTo>
                    <a:lnTo>
                      <a:pt x="1503614" y="704950"/>
                    </a:lnTo>
                    <a:lnTo>
                      <a:pt x="1499232" y="658144"/>
                    </a:lnTo>
                    <a:lnTo>
                      <a:pt x="1492034" y="612213"/>
                    </a:lnTo>
                    <a:lnTo>
                      <a:pt x="1482111" y="567245"/>
                    </a:lnTo>
                    <a:lnTo>
                      <a:pt x="1469550" y="523329"/>
                    </a:lnTo>
                    <a:lnTo>
                      <a:pt x="1454439" y="480551"/>
                    </a:lnTo>
                    <a:lnTo>
                      <a:pt x="1436867" y="439001"/>
                    </a:lnTo>
                    <a:lnTo>
                      <a:pt x="1416921" y="398767"/>
                    </a:lnTo>
                    <a:lnTo>
                      <a:pt x="1394690" y="359936"/>
                    </a:lnTo>
                    <a:lnTo>
                      <a:pt x="1370262" y="322597"/>
                    </a:lnTo>
                    <a:lnTo>
                      <a:pt x="1343725" y="286838"/>
                    </a:lnTo>
                    <a:lnTo>
                      <a:pt x="1315167" y="252747"/>
                    </a:lnTo>
                    <a:lnTo>
                      <a:pt x="1284676" y="220413"/>
                    </a:lnTo>
                    <a:lnTo>
                      <a:pt x="1252341" y="189923"/>
                    </a:lnTo>
                    <a:lnTo>
                      <a:pt x="1218250" y="161366"/>
                    </a:lnTo>
                    <a:lnTo>
                      <a:pt x="1182491" y="134829"/>
                    </a:lnTo>
                    <a:lnTo>
                      <a:pt x="1145151" y="110402"/>
                    </a:lnTo>
                    <a:lnTo>
                      <a:pt x="1106320" y="88171"/>
                    </a:lnTo>
                    <a:lnTo>
                      <a:pt x="1066085" y="68226"/>
                    </a:lnTo>
                    <a:lnTo>
                      <a:pt x="1024534" y="50654"/>
                    </a:lnTo>
                    <a:lnTo>
                      <a:pt x="981756" y="35543"/>
                    </a:lnTo>
                    <a:lnTo>
                      <a:pt x="937839" y="22983"/>
                    </a:lnTo>
                    <a:lnTo>
                      <a:pt x="892871" y="13060"/>
                    </a:lnTo>
                    <a:lnTo>
                      <a:pt x="846940" y="5863"/>
                    </a:lnTo>
                    <a:lnTo>
                      <a:pt x="800134" y="1480"/>
                    </a:lnTo>
                    <a:lnTo>
                      <a:pt x="752542" y="0"/>
                    </a:lnTo>
                    <a:close/>
                  </a:path>
                </a:pathLst>
              </a:custGeom>
              <a:solidFill>
                <a:srgbClr val="004FE0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90" name="object 197">
                <a:extLst>
                  <a:ext uri="{FF2B5EF4-FFF2-40B4-BE49-F238E27FC236}">
                    <a16:creationId xmlns:a16="http://schemas.microsoft.com/office/drawing/2014/main" id="{FB6339E8-42D6-4052-9B65-23D28DE095D2}"/>
                  </a:ext>
                </a:extLst>
              </p:cNvPr>
              <p:cNvSpPr/>
              <p:nvPr/>
            </p:nvSpPr>
            <p:spPr>
              <a:xfrm>
                <a:off x="9582184" y="3401734"/>
                <a:ext cx="672943" cy="257527"/>
              </a:xfrm>
              <a:custGeom>
                <a:avLst/>
                <a:gdLst/>
                <a:ahLst/>
                <a:cxnLst/>
                <a:rect l="l" t="t" r="r" b="b"/>
                <a:pathLst>
                  <a:path w="913130" h="365125">
                    <a:moveTo>
                      <a:pt x="897710" y="0"/>
                    </a:moveTo>
                    <a:lnTo>
                      <a:pt x="0" y="0"/>
                    </a:lnTo>
                    <a:lnTo>
                      <a:pt x="0" y="365130"/>
                    </a:lnTo>
                    <a:lnTo>
                      <a:pt x="897710" y="365130"/>
                    </a:lnTo>
                    <a:lnTo>
                      <a:pt x="904203" y="320282"/>
                    </a:lnTo>
                    <a:lnTo>
                      <a:pt x="908942" y="274890"/>
                    </a:lnTo>
                    <a:lnTo>
                      <a:pt x="911845" y="228978"/>
                    </a:lnTo>
                    <a:lnTo>
                      <a:pt x="912830" y="182570"/>
                    </a:lnTo>
                    <a:lnTo>
                      <a:pt x="911845" y="136157"/>
                    </a:lnTo>
                    <a:lnTo>
                      <a:pt x="908942" y="90244"/>
                    </a:lnTo>
                    <a:lnTo>
                      <a:pt x="904203" y="44851"/>
                    </a:lnTo>
                    <a:lnTo>
                      <a:pt x="897710" y="0"/>
                    </a:lnTo>
                    <a:close/>
                  </a:path>
                </a:pathLst>
              </a:custGeom>
              <a:solidFill>
                <a:srgbClr val="004FE0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91" name="object 198">
                <a:extLst>
                  <a:ext uri="{FF2B5EF4-FFF2-40B4-BE49-F238E27FC236}">
                    <a16:creationId xmlns:a16="http://schemas.microsoft.com/office/drawing/2014/main" id="{C61F97F0-08B9-4965-BF32-8C3EA231BB85}"/>
                  </a:ext>
                </a:extLst>
              </p:cNvPr>
              <p:cNvSpPr/>
              <p:nvPr/>
            </p:nvSpPr>
            <p:spPr>
              <a:xfrm>
                <a:off x="5249563" y="3006092"/>
                <a:ext cx="3539110" cy="257527"/>
              </a:xfrm>
              <a:custGeom>
                <a:avLst/>
                <a:gdLst/>
                <a:ahLst/>
                <a:cxnLst/>
                <a:rect l="l" t="t" r="r" b="b"/>
                <a:pathLst>
                  <a:path w="3034030" h="365125">
                    <a:moveTo>
                      <a:pt x="3033771" y="0"/>
                    </a:moveTo>
                    <a:lnTo>
                      <a:pt x="170623" y="0"/>
                    </a:lnTo>
                    <a:lnTo>
                      <a:pt x="142453" y="41491"/>
                    </a:lnTo>
                    <a:lnTo>
                      <a:pt x="116114" y="84274"/>
                    </a:lnTo>
                    <a:lnTo>
                      <a:pt x="91668" y="128295"/>
                    </a:lnTo>
                    <a:lnTo>
                      <a:pt x="69177" y="173502"/>
                    </a:lnTo>
                    <a:lnTo>
                      <a:pt x="48702" y="219842"/>
                    </a:lnTo>
                    <a:lnTo>
                      <a:pt x="30307" y="267261"/>
                    </a:lnTo>
                    <a:lnTo>
                      <a:pt x="14052" y="315708"/>
                    </a:lnTo>
                    <a:lnTo>
                      <a:pt x="0" y="365130"/>
                    </a:lnTo>
                    <a:lnTo>
                      <a:pt x="3033771" y="365130"/>
                    </a:lnTo>
                    <a:lnTo>
                      <a:pt x="3033771" y="0"/>
                    </a:lnTo>
                    <a:close/>
                  </a:path>
                </a:pathLst>
              </a:custGeom>
              <a:solidFill>
                <a:srgbClr val="004FE0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92" name="object 199">
                <a:extLst>
                  <a:ext uri="{FF2B5EF4-FFF2-40B4-BE49-F238E27FC236}">
                    <a16:creationId xmlns:a16="http://schemas.microsoft.com/office/drawing/2014/main" id="{179C63AB-64EC-40A9-927B-C524E2F94327}"/>
                  </a:ext>
                </a:extLst>
              </p:cNvPr>
              <p:cNvSpPr/>
              <p:nvPr/>
            </p:nvSpPr>
            <p:spPr>
              <a:xfrm>
                <a:off x="8663568" y="3412662"/>
                <a:ext cx="213395" cy="236029"/>
              </a:xfrm>
              <a:custGeom>
                <a:avLst/>
                <a:gdLst/>
                <a:ahLst/>
                <a:cxnLst/>
                <a:rect l="l" t="t" r="r" b="b"/>
                <a:pathLst>
                  <a:path w="289559" h="334645">
                    <a:moveTo>
                      <a:pt x="289383" y="0"/>
                    </a:moveTo>
                    <a:lnTo>
                      <a:pt x="0" y="167073"/>
                    </a:lnTo>
                    <a:lnTo>
                      <a:pt x="289383" y="334146"/>
                    </a:lnTo>
                    <a:lnTo>
                      <a:pt x="289383" y="0"/>
                    </a:lnTo>
                    <a:close/>
                  </a:path>
                </a:pathLst>
              </a:custGeom>
              <a:solidFill>
                <a:srgbClr val="004FE0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93" name="object 200">
                <a:extLst>
                  <a:ext uri="{FF2B5EF4-FFF2-40B4-BE49-F238E27FC236}">
                    <a16:creationId xmlns:a16="http://schemas.microsoft.com/office/drawing/2014/main" id="{A1A46C63-9BB1-4EFE-9762-8534C621EC15}"/>
                  </a:ext>
                </a:extLst>
              </p:cNvPr>
              <p:cNvSpPr/>
              <p:nvPr/>
            </p:nvSpPr>
            <p:spPr>
              <a:xfrm>
                <a:off x="8884503" y="3075098"/>
                <a:ext cx="951855" cy="910974"/>
              </a:xfrm>
              <a:custGeom>
                <a:avLst/>
                <a:gdLst/>
                <a:ahLst/>
                <a:cxnLst/>
                <a:rect l="l" t="t" r="r" b="b"/>
                <a:pathLst>
                  <a:path w="1291590" h="1291589">
                    <a:moveTo>
                      <a:pt x="0" y="645676"/>
                    </a:moveTo>
                    <a:lnTo>
                      <a:pt x="1771" y="597489"/>
                    </a:lnTo>
                    <a:lnTo>
                      <a:pt x="7000" y="550263"/>
                    </a:lnTo>
                    <a:lnTo>
                      <a:pt x="15564" y="504124"/>
                    </a:lnTo>
                    <a:lnTo>
                      <a:pt x="27337" y="459197"/>
                    </a:lnTo>
                    <a:lnTo>
                      <a:pt x="42194" y="415605"/>
                    </a:lnTo>
                    <a:lnTo>
                      <a:pt x="60010" y="373476"/>
                    </a:lnTo>
                    <a:lnTo>
                      <a:pt x="80661" y="332932"/>
                    </a:lnTo>
                    <a:lnTo>
                      <a:pt x="104022" y="294099"/>
                    </a:lnTo>
                    <a:lnTo>
                      <a:pt x="129968" y="257102"/>
                    </a:lnTo>
                    <a:lnTo>
                      <a:pt x="158373" y="222065"/>
                    </a:lnTo>
                    <a:lnTo>
                      <a:pt x="189114" y="189114"/>
                    </a:lnTo>
                    <a:lnTo>
                      <a:pt x="222065" y="158373"/>
                    </a:lnTo>
                    <a:lnTo>
                      <a:pt x="257102" y="129968"/>
                    </a:lnTo>
                    <a:lnTo>
                      <a:pt x="294099" y="104022"/>
                    </a:lnTo>
                    <a:lnTo>
                      <a:pt x="332932" y="80661"/>
                    </a:lnTo>
                    <a:lnTo>
                      <a:pt x="373476" y="60010"/>
                    </a:lnTo>
                    <a:lnTo>
                      <a:pt x="415605" y="42194"/>
                    </a:lnTo>
                    <a:lnTo>
                      <a:pt x="459197" y="27337"/>
                    </a:lnTo>
                    <a:lnTo>
                      <a:pt x="504124" y="15564"/>
                    </a:lnTo>
                    <a:lnTo>
                      <a:pt x="550263" y="7000"/>
                    </a:lnTo>
                    <a:lnTo>
                      <a:pt x="597489" y="1771"/>
                    </a:lnTo>
                    <a:lnTo>
                      <a:pt x="645676" y="0"/>
                    </a:lnTo>
                    <a:lnTo>
                      <a:pt x="693864" y="1771"/>
                    </a:lnTo>
                    <a:lnTo>
                      <a:pt x="741089" y="7000"/>
                    </a:lnTo>
                    <a:lnTo>
                      <a:pt x="787228" y="15564"/>
                    </a:lnTo>
                    <a:lnTo>
                      <a:pt x="832155" y="27337"/>
                    </a:lnTo>
                    <a:lnTo>
                      <a:pt x="875746" y="42194"/>
                    </a:lnTo>
                    <a:lnTo>
                      <a:pt x="917875" y="60010"/>
                    </a:lnTo>
                    <a:lnTo>
                      <a:pt x="958418" y="80661"/>
                    </a:lnTo>
                    <a:lnTo>
                      <a:pt x="997250" y="104022"/>
                    </a:lnTo>
                    <a:lnTo>
                      <a:pt x="1034247" y="129968"/>
                    </a:lnTo>
                    <a:lnTo>
                      <a:pt x="1069283" y="158373"/>
                    </a:lnTo>
                    <a:lnTo>
                      <a:pt x="1102233" y="189114"/>
                    </a:lnTo>
                    <a:lnTo>
                      <a:pt x="1132973" y="222065"/>
                    </a:lnTo>
                    <a:lnTo>
                      <a:pt x="1161378" y="257102"/>
                    </a:lnTo>
                    <a:lnTo>
                      <a:pt x="1187323" y="294099"/>
                    </a:lnTo>
                    <a:lnTo>
                      <a:pt x="1210683" y="332932"/>
                    </a:lnTo>
                    <a:lnTo>
                      <a:pt x="1231333" y="373476"/>
                    </a:lnTo>
                    <a:lnTo>
                      <a:pt x="1249149" y="415605"/>
                    </a:lnTo>
                    <a:lnTo>
                      <a:pt x="1264006" y="459197"/>
                    </a:lnTo>
                    <a:lnTo>
                      <a:pt x="1275778" y="504124"/>
                    </a:lnTo>
                    <a:lnTo>
                      <a:pt x="1284342" y="550263"/>
                    </a:lnTo>
                    <a:lnTo>
                      <a:pt x="1289571" y="597489"/>
                    </a:lnTo>
                    <a:lnTo>
                      <a:pt x="1291342" y="645676"/>
                    </a:lnTo>
                    <a:lnTo>
                      <a:pt x="1289571" y="693864"/>
                    </a:lnTo>
                    <a:lnTo>
                      <a:pt x="1284342" y="741089"/>
                    </a:lnTo>
                    <a:lnTo>
                      <a:pt x="1275778" y="787228"/>
                    </a:lnTo>
                    <a:lnTo>
                      <a:pt x="1264006" y="832156"/>
                    </a:lnTo>
                    <a:lnTo>
                      <a:pt x="1249149" y="875747"/>
                    </a:lnTo>
                    <a:lnTo>
                      <a:pt x="1231333" y="917877"/>
                    </a:lnTo>
                    <a:lnTo>
                      <a:pt x="1210683" y="958421"/>
                    </a:lnTo>
                    <a:lnTo>
                      <a:pt x="1187323" y="997253"/>
                    </a:lnTo>
                    <a:lnTo>
                      <a:pt x="1161378" y="1034251"/>
                    </a:lnTo>
                    <a:lnTo>
                      <a:pt x="1132973" y="1069287"/>
                    </a:lnTo>
                    <a:lnTo>
                      <a:pt x="1102233" y="1102238"/>
                    </a:lnTo>
                    <a:lnTo>
                      <a:pt x="1069283" y="1132979"/>
                    </a:lnTo>
                    <a:lnTo>
                      <a:pt x="1034247" y="1161385"/>
                    </a:lnTo>
                    <a:lnTo>
                      <a:pt x="997250" y="1187330"/>
                    </a:lnTo>
                    <a:lnTo>
                      <a:pt x="958418" y="1210691"/>
                    </a:lnTo>
                    <a:lnTo>
                      <a:pt x="917875" y="1231342"/>
                    </a:lnTo>
                    <a:lnTo>
                      <a:pt x="875746" y="1249158"/>
                    </a:lnTo>
                    <a:lnTo>
                      <a:pt x="832155" y="1264015"/>
                    </a:lnTo>
                    <a:lnTo>
                      <a:pt x="787228" y="1275788"/>
                    </a:lnTo>
                    <a:lnTo>
                      <a:pt x="741089" y="1284352"/>
                    </a:lnTo>
                    <a:lnTo>
                      <a:pt x="693864" y="1289582"/>
                    </a:lnTo>
                    <a:lnTo>
                      <a:pt x="645676" y="1291353"/>
                    </a:lnTo>
                    <a:lnTo>
                      <a:pt x="597489" y="1289582"/>
                    </a:lnTo>
                    <a:lnTo>
                      <a:pt x="550263" y="1284352"/>
                    </a:lnTo>
                    <a:lnTo>
                      <a:pt x="504124" y="1275788"/>
                    </a:lnTo>
                    <a:lnTo>
                      <a:pt x="459197" y="1264015"/>
                    </a:lnTo>
                    <a:lnTo>
                      <a:pt x="415605" y="1249158"/>
                    </a:lnTo>
                    <a:lnTo>
                      <a:pt x="373476" y="1231342"/>
                    </a:lnTo>
                    <a:lnTo>
                      <a:pt x="332932" y="1210691"/>
                    </a:lnTo>
                    <a:lnTo>
                      <a:pt x="294099" y="1187330"/>
                    </a:lnTo>
                    <a:lnTo>
                      <a:pt x="257102" y="1161385"/>
                    </a:lnTo>
                    <a:lnTo>
                      <a:pt x="222065" y="1132979"/>
                    </a:lnTo>
                    <a:lnTo>
                      <a:pt x="189114" y="1102238"/>
                    </a:lnTo>
                    <a:lnTo>
                      <a:pt x="158373" y="1069287"/>
                    </a:lnTo>
                    <a:lnTo>
                      <a:pt x="129968" y="1034251"/>
                    </a:lnTo>
                    <a:lnTo>
                      <a:pt x="104022" y="997253"/>
                    </a:lnTo>
                    <a:lnTo>
                      <a:pt x="80661" y="958421"/>
                    </a:lnTo>
                    <a:lnTo>
                      <a:pt x="60010" y="917877"/>
                    </a:lnTo>
                    <a:lnTo>
                      <a:pt x="42194" y="875747"/>
                    </a:lnTo>
                    <a:lnTo>
                      <a:pt x="27337" y="832156"/>
                    </a:lnTo>
                    <a:lnTo>
                      <a:pt x="15564" y="787228"/>
                    </a:lnTo>
                    <a:lnTo>
                      <a:pt x="7000" y="741089"/>
                    </a:lnTo>
                    <a:lnTo>
                      <a:pt x="1771" y="693864"/>
                    </a:lnTo>
                    <a:lnTo>
                      <a:pt x="0" y="645676"/>
                    </a:lnTo>
                    <a:close/>
                  </a:path>
                </a:pathLst>
              </a:custGeom>
              <a:ln w="104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98" name="object 179">
                <a:extLst>
                  <a:ext uri="{FF2B5EF4-FFF2-40B4-BE49-F238E27FC236}">
                    <a16:creationId xmlns:a16="http://schemas.microsoft.com/office/drawing/2014/main" id="{63F3D4E7-7CB1-4213-9D48-85F13C20F7EB}"/>
                  </a:ext>
                </a:extLst>
              </p:cNvPr>
              <p:cNvSpPr txBox="1"/>
              <p:nvPr/>
            </p:nvSpPr>
            <p:spPr>
              <a:xfrm>
                <a:off x="9090206" y="3217008"/>
                <a:ext cx="664739" cy="570028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3600" b="1" spc="-40" dirty="0">
                    <a:solidFill>
                      <a:srgbClr val="FFFFFF"/>
                    </a:solidFill>
                    <a:latin typeface="+mj-lt"/>
                    <a:cs typeface="Montserrat Black"/>
                  </a:rPr>
                  <a:t>0</a:t>
                </a:r>
                <a:r>
                  <a:rPr lang="es-PE" sz="3600" b="1" spc="-40" dirty="0">
                    <a:solidFill>
                      <a:srgbClr val="FFFFFF"/>
                    </a:solidFill>
                    <a:latin typeface="+mj-lt"/>
                    <a:cs typeface="Montserrat Black"/>
                  </a:rPr>
                  <a:t>2</a:t>
                </a:r>
                <a:endParaRPr sz="3600" dirty="0">
                  <a:latin typeface="+mj-lt"/>
                  <a:cs typeface="Montserrat Black"/>
                </a:endParaRPr>
              </a:p>
            </p:txBody>
          </p:sp>
          <p:sp>
            <p:nvSpPr>
              <p:cNvPr id="199" name="object 182">
                <a:extLst>
                  <a:ext uri="{FF2B5EF4-FFF2-40B4-BE49-F238E27FC236}">
                    <a16:creationId xmlns:a16="http://schemas.microsoft.com/office/drawing/2014/main" id="{A4C7B10A-16FB-4D41-85BF-F8E648923257}"/>
                  </a:ext>
                </a:extLst>
              </p:cNvPr>
              <p:cNvSpPr txBox="1"/>
              <p:nvPr/>
            </p:nvSpPr>
            <p:spPr>
              <a:xfrm>
                <a:off x="5380793" y="2988084"/>
                <a:ext cx="3417592" cy="776494"/>
              </a:xfrm>
              <a:prstGeom prst="rect">
                <a:avLst/>
              </a:prstGeom>
            </p:spPr>
            <p:txBody>
              <a:bodyPr vert="horz" wrap="square" lIns="0" tIns="14604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14"/>
                  </a:spcBef>
                </a:pPr>
                <a:r>
                  <a:rPr lang="es-ES" b="1" spc="10" dirty="0">
                    <a:solidFill>
                      <a:srgbClr val="FFFFFF"/>
                    </a:solidFill>
                    <a:latin typeface="+mj-lt"/>
                    <a:cs typeface="Montserrat Black"/>
                  </a:rPr>
                  <a:t>IMPORTANCIA DE LA INVESTIGACIÓN</a:t>
                </a:r>
                <a:endParaRPr b="1" dirty="0">
                  <a:latin typeface="+mj-lt"/>
                  <a:cs typeface="Montserrat Black"/>
                </a:endParaRPr>
              </a:p>
              <a:p>
                <a:pPr marL="12700" marR="5080">
                  <a:lnSpc>
                    <a:spcPct val="100000"/>
                  </a:lnSpc>
                  <a:spcBef>
                    <a:spcPts val="855"/>
                  </a:spcBef>
                </a:pPr>
                <a:r>
                  <a:rPr lang="es-ES" sz="1200" spc="-5" dirty="0">
                    <a:solidFill>
                      <a:srgbClr val="6B6C6C"/>
                    </a:solidFill>
                    <a:latin typeface="+mj-lt"/>
                    <a:cs typeface="Myriad Pro"/>
                  </a:rPr>
                  <a:t>Se explica el rol de la investigación en la sociedad y en la formación del profesional.</a:t>
                </a:r>
                <a:endParaRPr sz="1200" dirty="0">
                  <a:latin typeface="+mj-lt"/>
                  <a:cs typeface="Myriad Pro"/>
                </a:endParaRPr>
              </a:p>
            </p:txBody>
          </p:sp>
        </p:grpSp>
      </p:grpSp>
      <p:grpSp>
        <p:nvGrpSpPr>
          <p:cNvPr id="211" name="Grupo 210">
            <a:extLst>
              <a:ext uri="{FF2B5EF4-FFF2-40B4-BE49-F238E27FC236}">
                <a16:creationId xmlns:a16="http://schemas.microsoft.com/office/drawing/2014/main" id="{86235709-13EA-40EE-8FAC-9BD8EF2BEEFE}"/>
              </a:ext>
            </a:extLst>
          </p:cNvPr>
          <p:cNvGrpSpPr/>
          <p:nvPr/>
        </p:nvGrpSpPr>
        <p:grpSpPr>
          <a:xfrm>
            <a:off x="4040377" y="308115"/>
            <a:ext cx="5728341" cy="2114782"/>
            <a:chOff x="5991631" y="753164"/>
            <a:chExt cx="5728341" cy="2114782"/>
          </a:xfrm>
        </p:grpSpPr>
        <p:sp>
          <p:nvSpPr>
            <p:cNvPr id="167" name="object 173">
              <a:extLst>
                <a:ext uri="{FF2B5EF4-FFF2-40B4-BE49-F238E27FC236}">
                  <a16:creationId xmlns:a16="http://schemas.microsoft.com/office/drawing/2014/main" id="{7D35D0C7-9EB8-4FFF-9FD6-C47B668AC315}"/>
                </a:ext>
              </a:extLst>
            </p:cNvPr>
            <p:cNvSpPr/>
            <p:nvPr/>
          </p:nvSpPr>
          <p:spPr>
            <a:xfrm>
              <a:off x="5991631" y="755768"/>
              <a:ext cx="5728341" cy="211217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grpSp>
          <p:nvGrpSpPr>
            <p:cNvPr id="206" name="Grupo 205">
              <a:extLst>
                <a:ext uri="{FF2B5EF4-FFF2-40B4-BE49-F238E27FC236}">
                  <a16:creationId xmlns:a16="http://schemas.microsoft.com/office/drawing/2014/main" id="{C684FE9D-57C6-4AE8-880D-2449285428F1}"/>
                </a:ext>
              </a:extLst>
            </p:cNvPr>
            <p:cNvGrpSpPr/>
            <p:nvPr/>
          </p:nvGrpSpPr>
          <p:grpSpPr>
            <a:xfrm>
              <a:off x="6310097" y="753164"/>
              <a:ext cx="5040000" cy="1800000"/>
              <a:chOff x="6310097" y="753164"/>
              <a:chExt cx="5040000" cy="1800000"/>
            </a:xfrm>
          </p:grpSpPr>
          <p:sp>
            <p:nvSpPr>
              <p:cNvPr id="168" name="object 174">
                <a:extLst>
                  <a:ext uri="{FF2B5EF4-FFF2-40B4-BE49-F238E27FC236}">
                    <a16:creationId xmlns:a16="http://schemas.microsoft.com/office/drawing/2014/main" id="{CE4A34F6-FA92-4063-88A9-9262B97E9BE2}"/>
                  </a:ext>
                </a:extLst>
              </p:cNvPr>
              <p:cNvSpPr/>
              <p:nvPr/>
            </p:nvSpPr>
            <p:spPr>
              <a:xfrm>
                <a:off x="6310097" y="753164"/>
                <a:ext cx="5040000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5294630" h="2230120">
                    <a:moveTo>
                      <a:pt x="4179485" y="0"/>
                    </a:moveTo>
                    <a:lnTo>
                      <a:pt x="1114960" y="0"/>
                    </a:lnTo>
                    <a:lnTo>
                      <a:pt x="1066596" y="1030"/>
                    </a:lnTo>
                    <a:lnTo>
                      <a:pt x="1018758" y="4092"/>
                    </a:lnTo>
                    <a:lnTo>
                      <a:pt x="971488" y="9145"/>
                    </a:lnTo>
                    <a:lnTo>
                      <a:pt x="924828" y="16147"/>
                    </a:lnTo>
                    <a:lnTo>
                      <a:pt x="878819" y="25055"/>
                    </a:lnTo>
                    <a:lnTo>
                      <a:pt x="833505" y="35829"/>
                    </a:lnTo>
                    <a:lnTo>
                      <a:pt x="788925" y="48426"/>
                    </a:lnTo>
                    <a:lnTo>
                      <a:pt x="745123" y="62804"/>
                    </a:lnTo>
                    <a:lnTo>
                      <a:pt x="702140" y="78921"/>
                    </a:lnTo>
                    <a:lnTo>
                      <a:pt x="660018" y="96736"/>
                    </a:lnTo>
                    <a:lnTo>
                      <a:pt x="618799" y="116207"/>
                    </a:lnTo>
                    <a:lnTo>
                      <a:pt x="578524" y="137293"/>
                    </a:lnTo>
                    <a:lnTo>
                      <a:pt x="539236" y="159950"/>
                    </a:lnTo>
                    <a:lnTo>
                      <a:pt x="500976" y="184137"/>
                    </a:lnTo>
                    <a:lnTo>
                      <a:pt x="463787" y="209813"/>
                    </a:lnTo>
                    <a:lnTo>
                      <a:pt x="427709" y="236936"/>
                    </a:lnTo>
                    <a:lnTo>
                      <a:pt x="392785" y="265463"/>
                    </a:lnTo>
                    <a:lnTo>
                      <a:pt x="359056" y="295354"/>
                    </a:lnTo>
                    <a:lnTo>
                      <a:pt x="326565" y="326565"/>
                    </a:lnTo>
                    <a:lnTo>
                      <a:pt x="295354" y="359056"/>
                    </a:lnTo>
                    <a:lnTo>
                      <a:pt x="265463" y="392785"/>
                    </a:lnTo>
                    <a:lnTo>
                      <a:pt x="236936" y="427709"/>
                    </a:lnTo>
                    <a:lnTo>
                      <a:pt x="209813" y="463787"/>
                    </a:lnTo>
                    <a:lnTo>
                      <a:pt x="184137" y="500976"/>
                    </a:lnTo>
                    <a:lnTo>
                      <a:pt x="159950" y="539236"/>
                    </a:lnTo>
                    <a:lnTo>
                      <a:pt x="137293" y="578524"/>
                    </a:lnTo>
                    <a:lnTo>
                      <a:pt x="116207" y="618799"/>
                    </a:lnTo>
                    <a:lnTo>
                      <a:pt x="96736" y="660018"/>
                    </a:lnTo>
                    <a:lnTo>
                      <a:pt x="78921" y="702140"/>
                    </a:lnTo>
                    <a:lnTo>
                      <a:pt x="62804" y="745123"/>
                    </a:lnTo>
                    <a:lnTo>
                      <a:pt x="48426" y="788925"/>
                    </a:lnTo>
                    <a:lnTo>
                      <a:pt x="35829" y="833505"/>
                    </a:lnTo>
                    <a:lnTo>
                      <a:pt x="25055" y="878819"/>
                    </a:lnTo>
                    <a:lnTo>
                      <a:pt x="16147" y="924828"/>
                    </a:lnTo>
                    <a:lnTo>
                      <a:pt x="9145" y="971488"/>
                    </a:lnTo>
                    <a:lnTo>
                      <a:pt x="4092" y="1018758"/>
                    </a:lnTo>
                    <a:lnTo>
                      <a:pt x="1030" y="1066596"/>
                    </a:lnTo>
                    <a:lnTo>
                      <a:pt x="0" y="1114960"/>
                    </a:lnTo>
                    <a:lnTo>
                      <a:pt x="1030" y="1163325"/>
                    </a:lnTo>
                    <a:lnTo>
                      <a:pt x="4092" y="1211164"/>
                    </a:lnTo>
                    <a:lnTo>
                      <a:pt x="9145" y="1258435"/>
                    </a:lnTo>
                    <a:lnTo>
                      <a:pt x="16147" y="1305096"/>
                    </a:lnTo>
                    <a:lnTo>
                      <a:pt x="25055" y="1351104"/>
                    </a:lnTo>
                    <a:lnTo>
                      <a:pt x="35829" y="1396420"/>
                    </a:lnTo>
                    <a:lnTo>
                      <a:pt x="48426" y="1440999"/>
                    </a:lnTo>
                    <a:lnTo>
                      <a:pt x="62804" y="1484802"/>
                    </a:lnTo>
                    <a:lnTo>
                      <a:pt x="78921" y="1527785"/>
                    </a:lnTo>
                    <a:lnTo>
                      <a:pt x="96736" y="1569907"/>
                    </a:lnTo>
                    <a:lnTo>
                      <a:pt x="116207" y="1611126"/>
                    </a:lnTo>
                    <a:lnTo>
                      <a:pt x="137293" y="1651401"/>
                    </a:lnTo>
                    <a:lnTo>
                      <a:pt x="159950" y="1690689"/>
                    </a:lnTo>
                    <a:lnTo>
                      <a:pt x="184137" y="1728949"/>
                    </a:lnTo>
                    <a:lnTo>
                      <a:pt x="209813" y="1766139"/>
                    </a:lnTo>
                    <a:lnTo>
                      <a:pt x="236936" y="1802216"/>
                    </a:lnTo>
                    <a:lnTo>
                      <a:pt x="265463" y="1837140"/>
                    </a:lnTo>
                    <a:lnTo>
                      <a:pt x="295354" y="1870868"/>
                    </a:lnTo>
                    <a:lnTo>
                      <a:pt x="326565" y="1903359"/>
                    </a:lnTo>
                    <a:lnTo>
                      <a:pt x="359056" y="1934570"/>
                    </a:lnTo>
                    <a:lnTo>
                      <a:pt x="392785" y="1964461"/>
                    </a:lnTo>
                    <a:lnTo>
                      <a:pt x="427709" y="1992988"/>
                    </a:lnTo>
                    <a:lnTo>
                      <a:pt x="463787" y="2020110"/>
                    </a:lnTo>
                    <a:lnTo>
                      <a:pt x="500976" y="2045786"/>
                    </a:lnTo>
                    <a:lnTo>
                      <a:pt x="539236" y="2069973"/>
                    </a:lnTo>
                    <a:lnTo>
                      <a:pt x="578524" y="2092630"/>
                    </a:lnTo>
                    <a:lnTo>
                      <a:pt x="618799" y="2113715"/>
                    </a:lnTo>
                    <a:lnTo>
                      <a:pt x="660018" y="2133186"/>
                    </a:lnTo>
                    <a:lnTo>
                      <a:pt x="702140" y="2151001"/>
                    </a:lnTo>
                    <a:lnTo>
                      <a:pt x="745123" y="2167118"/>
                    </a:lnTo>
                    <a:lnTo>
                      <a:pt x="788925" y="2181496"/>
                    </a:lnTo>
                    <a:lnTo>
                      <a:pt x="833505" y="2194092"/>
                    </a:lnTo>
                    <a:lnTo>
                      <a:pt x="878819" y="2204866"/>
                    </a:lnTo>
                    <a:lnTo>
                      <a:pt x="924828" y="2213774"/>
                    </a:lnTo>
                    <a:lnTo>
                      <a:pt x="971488" y="2220776"/>
                    </a:lnTo>
                    <a:lnTo>
                      <a:pt x="1018758" y="2225829"/>
                    </a:lnTo>
                    <a:lnTo>
                      <a:pt x="1066596" y="2228891"/>
                    </a:lnTo>
                    <a:lnTo>
                      <a:pt x="1114960" y="2229921"/>
                    </a:lnTo>
                    <a:lnTo>
                      <a:pt x="4179485" y="2229921"/>
                    </a:lnTo>
                    <a:lnTo>
                      <a:pt x="4227849" y="2228891"/>
                    </a:lnTo>
                    <a:lnTo>
                      <a:pt x="4275687" y="2225829"/>
                    </a:lnTo>
                    <a:lnTo>
                      <a:pt x="4322957" y="2220776"/>
                    </a:lnTo>
                    <a:lnTo>
                      <a:pt x="4369617" y="2213774"/>
                    </a:lnTo>
                    <a:lnTo>
                      <a:pt x="4415626" y="2204866"/>
                    </a:lnTo>
                    <a:lnTo>
                      <a:pt x="4460941" y="2194092"/>
                    </a:lnTo>
                    <a:lnTo>
                      <a:pt x="4505520" y="2181496"/>
                    </a:lnTo>
                    <a:lnTo>
                      <a:pt x="4549322" y="2167118"/>
                    </a:lnTo>
                    <a:lnTo>
                      <a:pt x="4592305" y="2151001"/>
                    </a:lnTo>
                    <a:lnTo>
                      <a:pt x="4634427" y="2133186"/>
                    </a:lnTo>
                    <a:lnTo>
                      <a:pt x="4675646" y="2113715"/>
                    </a:lnTo>
                    <a:lnTo>
                      <a:pt x="4715921" y="2092630"/>
                    </a:lnTo>
                    <a:lnTo>
                      <a:pt x="4755209" y="2069973"/>
                    </a:lnTo>
                    <a:lnTo>
                      <a:pt x="4793469" y="2045786"/>
                    </a:lnTo>
                    <a:lnTo>
                      <a:pt x="4830659" y="2020110"/>
                    </a:lnTo>
                    <a:lnTo>
                      <a:pt x="4866736" y="1992988"/>
                    </a:lnTo>
                    <a:lnTo>
                      <a:pt x="4901660" y="1964461"/>
                    </a:lnTo>
                    <a:lnTo>
                      <a:pt x="4935389" y="1934570"/>
                    </a:lnTo>
                    <a:lnTo>
                      <a:pt x="4967880" y="1903359"/>
                    </a:lnTo>
                    <a:lnTo>
                      <a:pt x="4999091" y="1870868"/>
                    </a:lnTo>
                    <a:lnTo>
                      <a:pt x="5028982" y="1837140"/>
                    </a:lnTo>
                    <a:lnTo>
                      <a:pt x="5057509" y="1802216"/>
                    </a:lnTo>
                    <a:lnTo>
                      <a:pt x="5084632" y="1766139"/>
                    </a:lnTo>
                    <a:lnTo>
                      <a:pt x="5110308" y="1728949"/>
                    </a:lnTo>
                    <a:lnTo>
                      <a:pt x="5134495" y="1690689"/>
                    </a:lnTo>
                    <a:lnTo>
                      <a:pt x="5157153" y="1651401"/>
                    </a:lnTo>
                    <a:lnTo>
                      <a:pt x="5178238" y="1611126"/>
                    </a:lnTo>
                    <a:lnTo>
                      <a:pt x="5197709" y="1569907"/>
                    </a:lnTo>
                    <a:lnTo>
                      <a:pt x="5215524" y="1527785"/>
                    </a:lnTo>
                    <a:lnTo>
                      <a:pt x="5231641" y="1484802"/>
                    </a:lnTo>
                    <a:lnTo>
                      <a:pt x="5246020" y="1440999"/>
                    </a:lnTo>
                    <a:lnTo>
                      <a:pt x="5258616" y="1396420"/>
                    </a:lnTo>
                    <a:lnTo>
                      <a:pt x="5269390" y="1351104"/>
                    </a:lnTo>
                    <a:lnTo>
                      <a:pt x="5278298" y="1305096"/>
                    </a:lnTo>
                    <a:lnTo>
                      <a:pt x="5285300" y="1258435"/>
                    </a:lnTo>
                    <a:lnTo>
                      <a:pt x="5290353" y="1211164"/>
                    </a:lnTo>
                    <a:lnTo>
                      <a:pt x="5293415" y="1163325"/>
                    </a:lnTo>
                    <a:lnTo>
                      <a:pt x="5294446" y="1114960"/>
                    </a:lnTo>
                    <a:lnTo>
                      <a:pt x="5293415" y="1066596"/>
                    </a:lnTo>
                    <a:lnTo>
                      <a:pt x="5290353" y="1018758"/>
                    </a:lnTo>
                    <a:lnTo>
                      <a:pt x="5285300" y="971488"/>
                    </a:lnTo>
                    <a:lnTo>
                      <a:pt x="5278298" y="924828"/>
                    </a:lnTo>
                    <a:lnTo>
                      <a:pt x="5269390" y="878819"/>
                    </a:lnTo>
                    <a:lnTo>
                      <a:pt x="5258616" y="833505"/>
                    </a:lnTo>
                    <a:lnTo>
                      <a:pt x="5246020" y="788925"/>
                    </a:lnTo>
                    <a:lnTo>
                      <a:pt x="5231641" y="745123"/>
                    </a:lnTo>
                    <a:lnTo>
                      <a:pt x="5215524" y="702140"/>
                    </a:lnTo>
                    <a:lnTo>
                      <a:pt x="5197709" y="660018"/>
                    </a:lnTo>
                    <a:lnTo>
                      <a:pt x="5178238" y="618799"/>
                    </a:lnTo>
                    <a:lnTo>
                      <a:pt x="5157153" y="578524"/>
                    </a:lnTo>
                    <a:lnTo>
                      <a:pt x="5134495" y="539236"/>
                    </a:lnTo>
                    <a:lnTo>
                      <a:pt x="5110308" y="500976"/>
                    </a:lnTo>
                    <a:lnTo>
                      <a:pt x="5084632" y="463787"/>
                    </a:lnTo>
                    <a:lnTo>
                      <a:pt x="5057509" y="427709"/>
                    </a:lnTo>
                    <a:lnTo>
                      <a:pt x="5028982" y="392785"/>
                    </a:lnTo>
                    <a:lnTo>
                      <a:pt x="4999091" y="359056"/>
                    </a:lnTo>
                    <a:lnTo>
                      <a:pt x="4967880" y="326565"/>
                    </a:lnTo>
                    <a:lnTo>
                      <a:pt x="4935389" y="295354"/>
                    </a:lnTo>
                    <a:lnTo>
                      <a:pt x="4901660" y="265463"/>
                    </a:lnTo>
                    <a:lnTo>
                      <a:pt x="4866736" y="236936"/>
                    </a:lnTo>
                    <a:lnTo>
                      <a:pt x="4830659" y="209813"/>
                    </a:lnTo>
                    <a:lnTo>
                      <a:pt x="4793469" y="184137"/>
                    </a:lnTo>
                    <a:lnTo>
                      <a:pt x="4755209" y="159950"/>
                    </a:lnTo>
                    <a:lnTo>
                      <a:pt x="4715921" y="137293"/>
                    </a:lnTo>
                    <a:lnTo>
                      <a:pt x="4675646" y="116207"/>
                    </a:lnTo>
                    <a:lnTo>
                      <a:pt x="4634427" y="96736"/>
                    </a:lnTo>
                    <a:lnTo>
                      <a:pt x="4592305" y="78921"/>
                    </a:lnTo>
                    <a:lnTo>
                      <a:pt x="4549322" y="62804"/>
                    </a:lnTo>
                    <a:lnTo>
                      <a:pt x="4505520" y="48426"/>
                    </a:lnTo>
                    <a:lnTo>
                      <a:pt x="4460941" y="35829"/>
                    </a:lnTo>
                    <a:lnTo>
                      <a:pt x="4415626" y="25055"/>
                    </a:lnTo>
                    <a:lnTo>
                      <a:pt x="4369617" y="16147"/>
                    </a:lnTo>
                    <a:lnTo>
                      <a:pt x="4322957" y="9145"/>
                    </a:lnTo>
                    <a:lnTo>
                      <a:pt x="4275687" y="4092"/>
                    </a:lnTo>
                    <a:lnTo>
                      <a:pt x="4227849" y="1030"/>
                    </a:lnTo>
                    <a:lnTo>
                      <a:pt x="417948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69" name="object 175">
                <a:extLst>
                  <a:ext uri="{FF2B5EF4-FFF2-40B4-BE49-F238E27FC236}">
                    <a16:creationId xmlns:a16="http://schemas.microsoft.com/office/drawing/2014/main" id="{1B5BDCC7-F552-436F-9A91-7219CA7A6A1E}"/>
                  </a:ext>
                </a:extLst>
              </p:cNvPr>
              <p:cNvSpPr/>
              <p:nvPr/>
            </p:nvSpPr>
            <p:spPr>
              <a:xfrm>
                <a:off x="6455105" y="819631"/>
                <a:ext cx="1674515" cy="1602597"/>
              </a:xfrm>
              <a:prstGeom prst="rect">
                <a:avLst/>
              </a:prstGeom>
              <a:blipFill>
                <a:blip r:embed="rId2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70" name="object 176">
                <a:extLst>
                  <a:ext uri="{FF2B5EF4-FFF2-40B4-BE49-F238E27FC236}">
                    <a16:creationId xmlns:a16="http://schemas.microsoft.com/office/drawing/2014/main" id="{E9F4DEA9-56DD-481A-BD99-822EB926E8E4}"/>
                  </a:ext>
                </a:extLst>
              </p:cNvPr>
              <p:cNvSpPr/>
              <p:nvPr/>
            </p:nvSpPr>
            <p:spPr>
              <a:xfrm>
                <a:off x="6650062" y="1077795"/>
                <a:ext cx="1109561" cy="1061907"/>
              </a:xfrm>
              <a:custGeom>
                <a:avLst/>
                <a:gdLst/>
                <a:ahLst/>
                <a:cxnLst/>
                <a:rect l="l" t="t" r="r" b="b"/>
                <a:pathLst>
                  <a:path w="1505584" h="1505585">
                    <a:moveTo>
                      <a:pt x="752553" y="0"/>
                    </a:moveTo>
                    <a:lnTo>
                      <a:pt x="704960" y="1480"/>
                    </a:lnTo>
                    <a:lnTo>
                      <a:pt x="658154" y="5863"/>
                    </a:lnTo>
                    <a:lnTo>
                      <a:pt x="612223" y="13060"/>
                    </a:lnTo>
                    <a:lnTo>
                      <a:pt x="567255" y="22983"/>
                    </a:lnTo>
                    <a:lnTo>
                      <a:pt x="523338" y="35543"/>
                    </a:lnTo>
                    <a:lnTo>
                      <a:pt x="480560" y="50654"/>
                    </a:lnTo>
                    <a:lnTo>
                      <a:pt x="439010" y="68226"/>
                    </a:lnTo>
                    <a:lnTo>
                      <a:pt x="398775" y="88171"/>
                    </a:lnTo>
                    <a:lnTo>
                      <a:pt x="359943" y="110402"/>
                    </a:lnTo>
                    <a:lnTo>
                      <a:pt x="322604" y="134829"/>
                    </a:lnTo>
                    <a:lnTo>
                      <a:pt x="286844" y="161366"/>
                    </a:lnTo>
                    <a:lnTo>
                      <a:pt x="252753" y="189923"/>
                    </a:lnTo>
                    <a:lnTo>
                      <a:pt x="220418" y="220413"/>
                    </a:lnTo>
                    <a:lnTo>
                      <a:pt x="189928" y="252747"/>
                    </a:lnTo>
                    <a:lnTo>
                      <a:pt x="161370" y="286838"/>
                    </a:lnTo>
                    <a:lnTo>
                      <a:pt x="134833" y="322597"/>
                    </a:lnTo>
                    <a:lnTo>
                      <a:pt x="110404" y="359936"/>
                    </a:lnTo>
                    <a:lnTo>
                      <a:pt x="88173" y="398767"/>
                    </a:lnTo>
                    <a:lnTo>
                      <a:pt x="68228" y="439001"/>
                    </a:lnTo>
                    <a:lnTo>
                      <a:pt x="50655" y="480551"/>
                    </a:lnTo>
                    <a:lnTo>
                      <a:pt x="35544" y="523329"/>
                    </a:lnTo>
                    <a:lnTo>
                      <a:pt x="22983" y="567245"/>
                    </a:lnTo>
                    <a:lnTo>
                      <a:pt x="13060" y="612213"/>
                    </a:lnTo>
                    <a:lnTo>
                      <a:pt x="5863" y="658144"/>
                    </a:lnTo>
                    <a:lnTo>
                      <a:pt x="1480" y="704950"/>
                    </a:lnTo>
                    <a:lnTo>
                      <a:pt x="0" y="752542"/>
                    </a:lnTo>
                    <a:lnTo>
                      <a:pt x="1480" y="800134"/>
                    </a:lnTo>
                    <a:lnTo>
                      <a:pt x="5863" y="846940"/>
                    </a:lnTo>
                    <a:lnTo>
                      <a:pt x="13060" y="892871"/>
                    </a:lnTo>
                    <a:lnTo>
                      <a:pt x="22983" y="937839"/>
                    </a:lnTo>
                    <a:lnTo>
                      <a:pt x="35544" y="981755"/>
                    </a:lnTo>
                    <a:lnTo>
                      <a:pt x="50655" y="1024533"/>
                    </a:lnTo>
                    <a:lnTo>
                      <a:pt x="68228" y="1066083"/>
                    </a:lnTo>
                    <a:lnTo>
                      <a:pt x="88173" y="1106317"/>
                    </a:lnTo>
                    <a:lnTo>
                      <a:pt x="110404" y="1145148"/>
                    </a:lnTo>
                    <a:lnTo>
                      <a:pt x="134833" y="1182487"/>
                    </a:lnTo>
                    <a:lnTo>
                      <a:pt x="161370" y="1218246"/>
                    </a:lnTo>
                    <a:lnTo>
                      <a:pt x="189928" y="1252337"/>
                    </a:lnTo>
                    <a:lnTo>
                      <a:pt x="220418" y="1284671"/>
                    </a:lnTo>
                    <a:lnTo>
                      <a:pt x="252753" y="1315161"/>
                    </a:lnTo>
                    <a:lnTo>
                      <a:pt x="286844" y="1343718"/>
                    </a:lnTo>
                    <a:lnTo>
                      <a:pt x="322604" y="1370255"/>
                    </a:lnTo>
                    <a:lnTo>
                      <a:pt x="359943" y="1394682"/>
                    </a:lnTo>
                    <a:lnTo>
                      <a:pt x="398775" y="1416913"/>
                    </a:lnTo>
                    <a:lnTo>
                      <a:pt x="439010" y="1436858"/>
                    </a:lnTo>
                    <a:lnTo>
                      <a:pt x="480560" y="1454430"/>
                    </a:lnTo>
                    <a:lnTo>
                      <a:pt x="523338" y="1469541"/>
                    </a:lnTo>
                    <a:lnTo>
                      <a:pt x="567255" y="1482101"/>
                    </a:lnTo>
                    <a:lnTo>
                      <a:pt x="612223" y="1492024"/>
                    </a:lnTo>
                    <a:lnTo>
                      <a:pt x="658154" y="1499221"/>
                    </a:lnTo>
                    <a:lnTo>
                      <a:pt x="704960" y="1503604"/>
                    </a:lnTo>
                    <a:lnTo>
                      <a:pt x="752553" y="1505085"/>
                    </a:lnTo>
                    <a:lnTo>
                      <a:pt x="800145" y="1503604"/>
                    </a:lnTo>
                    <a:lnTo>
                      <a:pt x="846950" y="1499221"/>
                    </a:lnTo>
                    <a:lnTo>
                      <a:pt x="892881" y="1492024"/>
                    </a:lnTo>
                    <a:lnTo>
                      <a:pt x="937849" y="1482101"/>
                    </a:lnTo>
                    <a:lnTo>
                      <a:pt x="981766" y="1469541"/>
                    </a:lnTo>
                    <a:lnTo>
                      <a:pt x="1024543" y="1454430"/>
                    </a:lnTo>
                    <a:lnTo>
                      <a:pt x="1066093" y="1436858"/>
                    </a:lnTo>
                    <a:lnTo>
                      <a:pt x="1106328" y="1416913"/>
                    </a:lnTo>
                    <a:lnTo>
                      <a:pt x="1145159" y="1394682"/>
                    </a:lnTo>
                    <a:lnTo>
                      <a:pt x="1182498" y="1370255"/>
                    </a:lnTo>
                    <a:lnTo>
                      <a:pt x="1218256" y="1343718"/>
                    </a:lnTo>
                    <a:lnTo>
                      <a:pt x="1252347" y="1315161"/>
                    </a:lnTo>
                    <a:lnTo>
                      <a:pt x="1284682" y="1284671"/>
                    </a:lnTo>
                    <a:lnTo>
                      <a:pt x="1315172" y="1252337"/>
                    </a:lnTo>
                    <a:lnTo>
                      <a:pt x="1343729" y="1218246"/>
                    </a:lnTo>
                    <a:lnTo>
                      <a:pt x="1370265" y="1182487"/>
                    </a:lnTo>
                    <a:lnTo>
                      <a:pt x="1394693" y="1145148"/>
                    </a:lnTo>
                    <a:lnTo>
                      <a:pt x="1416923" y="1106317"/>
                    </a:lnTo>
                    <a:lnTo>
                      <a:pt x="1436869" y="1066083"/>
                    </a:lnTo>
                    <a:lnTo>
                      <a:pt x="1454441" y="1024533"/>
                    </a:lnTo>
                    <a:lnTo>
                      <a:pt x="1469551" y="981755"/>
                    </a:lnTo>
                    <a:lnTo>
                      <a:pt x="1482112" y="937839"/>
                    </a:lnTo>
                    <a:lnTo>
                      <a:pt x="1492035" y="892871"/>
                    </a:lnTo>
                    <a:lnTo>
                      <a:pt x="1499232" y="846940"/>
                    </a:lnTo>
                    <a:lnTo>
                      <a:pt x="1503615" y="800134"/>
                    </a:lnTo>
                    <a:lnTo>
                      <a:pt x="1505095" y="752542"/>
                    </a:lnTo>
                    <a:lnTo>
                      <a:pt x="1503615" y="704950"/>
                    </a:lnTo>
                    <a:lnTo>
                      <a:pt x="1499232" y="658144"/>
                    </a:lnTo>
                    <a:lnTo>
                      <a:pt x="1492035" y="612213"/>
                    </a:lnTo>
                    <a:lnTo>
                      <a:pt x="1482112" y="567245"/>
                    </a:lnTo>
                    <a:lnTo>
                      <a:pt x="1469551" y="523329"/>
                    </a:lnTo>
                    <a:lnTo>
                      <a:pt x="1454441" y="480551"/>
                    </a:lnTo>
                    <a:lnTo>
                      <a:pt x="1436869" y="439001"/>
                    </a:lnTo>
                    <a:lnTo>
                      <a:pt x="1416923" y="398767"/>
                    </a:lnTo>
                    <a:lnTo>
                      <a:pt x="1394693" y="359936"/>
                    </a:lnTo>
                    <a:lnTo>
                      <a:pt x="1370265" y="322597"/>
                    </a:lnTo>
                    <a:lnTo>
                      <a:pt x="1343729" y="286838"/>
                    </a:lnTo>
                    <a:lnTo>
                      <a:pt x="1315172" y="252747"/>
                    </a:lnTo>
                    <a:lnTo>
                      <a:pt x="1284682" y="220413"/>
                    </a:lnTo>
                    <a:lnTo>
                      <a:pt x="1252347" y="189923"/>
                    </a:lnTo>
                    <a:lnTo>
                      <a:pt x="1218256" y="161366"/>
                    </a:lnTo>
                    <a:lnTo>
                      <a:pt x="1182498" y="134829"/>
                    </a:lnTo>
                    <a:lnTo>
                      <a:pt x="1145159" y="110402"/>
                    </a:lnTo>
                    <a:lnTo>
                      <a:pt x="1106328" y="88171"/>
                    </a:lnTo>
                    <a:lnTo>
                      <a:pt x="1066093" y="68226"/>
                    </a:lnTo>
                    <a:lnTo>
                      <a:pt x="1024543" y="50654"/>
                    </a:lnTo>
                    <a:lnTo>
                      <a:pt x="981766" y="35543"/>
                    </a:lnTo>
                    <a:lnTo>
                      <a:pt x="937849" y="22983"/>
                    </a:lnTo>
                    <a:lnTo>
                      <a:pt x="892881" y="13060"/>
                    </a:lnTo>
                    <a:lnTo>
                      <a:pt x="846950" y="5863"/>
                    </a:lnTo>
                    <a:lnTo>
                      <a:pt x="800145" y="1480"/>
                    </a:lnTo>
                    <a:lnTo>
                      <a:pt x="752553" y="0"/>
                    </a:lnTo>
                    <a:close/>
                  </a:path>
                </a:pathLst>
              </a:custGeom>
              <a:solidFill>
                <a:srgbClr val="002663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71" name="object 177">
                <a:extLst>
                  <a:ext uri="{FF2B5EF4-FFF2-40B4-BE49-F238E27FC236}">
                    <a16:creationId xmlns:a16="http://schemas.microsoft.com/office/drawing/2014/main" id="{95C0627F-8C2D-4B79-A1D3-7BF661F11A7E}"/>
                  </a:ext>
                </a:extLst>
              </p:cNvPr>
              <p:cNvSpPr/>
              <p:nvPr/>
            </p:nvSpPr>
            <p:spPr>
              <a:xfrm>
                <a:off x="6310098" y="1479808"/>
                <a:ext cx="672943" cy="257527"/>
              </a:xfrm>
              <a:custGeom>
                <a:avLst/>
                <a:gdLst/>
                <a:ahLst/>
                <a:cxnLst/>
                <a:rect l="l" t="t" r="r" b="b"/>
                <a:pathLst>
                  <a:path w="913129" h="365125">
                    <a:moveTo>
                      <a:pt x="912841" y="0"/>
                    </a:moveTo>
                    <a:lnTo>
                      <a:pt x="15130" y="0"/>
                    </a:lnTo>
                    <a:lnTo>
                      <a:pt x="8636" y="44845"/>
                    </a:lnTo>
                    <a:lnTo>
                      <a:pt x="3893" y="90235"/>
                    </a:lnTo>
                    <a:lnTo>
                      <a:pt x="987" y="136147"/>
                    </a:lnTo>
                    <a:lnTo>
                      <a:pt x="0" y="182559"/>
                    </a:lnTo>
                    <a:lnTo>
                      <a:pt x="987" y="228972"/>
                    </a:lnTo>
                    <a:lnTo>
                      <a:pt x="3893" y="274885"/>
                    </a:lnTo>
                    <a:lnTo>
                      <a:pt x="8636" y="320278"/>
                    </a:lnTo>
                    <a:lnTo>
                      <a:pt x="15130" y="365130"/>
                    </a:lnTo>
                    <a:lnTo>
                      <a:pt x="912841" y="365130"/>
                    </a:lnTo>
                    <a:lnTo>
                      <a:pt x="912841" y="0"/>
                    </a:lnTo>
                    <a:close/>
                  </a:path>
                </a:pathLst>
              </a:custGeom>
              <a:solidFill>
                <a:srgbClr val="002663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72" name="object 178">
                <a:extLst>
                  <a:ext uri="{FF2B5EF4-FFF2-40B4-BE49-F238E27FC236}">
                    <a16:creationId xmlns:a16="http://schemas.microsoft.com/office/drawing/2014/main" id="{906B34E4-D654-4AE1-B05A-9A0A28272565}"/>
                  </a:ext>
                </a:extLst>
              </p:cNvPr>
              <p:cNvSpPr/>
              <p:nvPr/>
            </p:nvSpPr>
            <p:spPr>
              <a:xfrm>
                <a:off x="7956570" y="1022437"/>
                <a:ext cx="3268080" cy="257527"/>
              </a:xfrm>
              <a:custGeom>
                <a:avLst/>
                <a:gdLst/>
                <a:ahLst/>
                <a:cxnLst/>
                <a:rect l="l" t="t" r="r" b="b"/>
                <a:pathLst>
                  <a:path w="3035934" h="365125">
                    <a:moveTo>
                      <a:pt x="2885755" y="0"/>
                    </a:moveTo>
                    <a:lnTo>
                      <a:pt x="0" y="0"/>
                    </a:lnTo>
                    <a:lnTo>
                      <a:pt x="0" y="365130"/>
                    </a:lnTo>
                    <a:lnTo>
                      <a:pt x="3035624" y="365130"/>
                    </a:lnTo>
                    <a:lnTo>
                      <a:pt x="3023994" y="316089"/>
                    </a:lnTo>
                    <a:lnTo>
                      <a:pt x="3010224" y="267920"/>
                    </a:lnTo>
                    <a:lnTo>
                      <a:pt x="2994370" y="220671"/>
                    </a:lnTo>
                    <a:lnTo>
                      <a:pt x="2976486" y="174393"/>
                    </a:lnTo>
                    <a:lnTo>
                      <a:pt x="2956628" y="129137"/>
                    </a:lnTo>
                    <a:lnTo>
                      <a:pt x="2934850" y="84953"/>
                    </a:lnTo>
                    <a:lnTo>
                      <a:pt x="2911207" y="41890"/>
                    </a:lnTo>
                    <a:lnTo>
                      <a:pt x="2885755" y="0"/>
                    </a:lnTo>
                    <a:close/>
                  </a:path>
                </a:pathLst>
              </a:custGeom>
              <a:solidFill>
                <a:srgbClr val="002663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73" name="object 179">
                <a:extLst>
                  <a:ext uri="{FF2B5EF4-FFF2-40B4-BE49-F238E27FC236}">
                    <a16:creationId xmlns:a16="http://schemas.microsoft.com/office/drawing/2014/main" id="{09162479-FD13-44CA-9DEE-500D0F79FED7}"/>
                  </a:ext>
                </a:extLst>
              </p:cNvPr>
              <p:cNvSpPr txBox="1"/>
              <p:nvPr/>
            </p:nvSpPr>
            <p:spPr>
              <a:xfrm>
                <a:off x="6944999" y="1290989"/>
                <a:ext cx="567650" cy="570028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3600" b="1" spc="-40" dirty="0">
                    <a:solidFill>
                      <a:srgbClr val="FFFFFF"/>
                    </a:solidFill>
                    <a:latin typeface="+mj-lt"/>
                    <a:cs typeface="Montserrat Black"/>
                  </a:rPr>
                  <a:t>01</a:t>
                </a:r>
                <a:endParaRPr sz="3600" dirty="0">
                  <a:latin typeface="+mj-lt"/>
                  <a:cs typeface="Montserrat Black"/>
                </a:endParaRPr>
              </a:p>
            </p:txBody>
          </p:sp>
          <p:sp>
            <p:nvSpPr>
              <p:cNvPr id="174" name="object 180">
                <a:extLst>
                  <a:ext uri="{FF2B5EF4-FFF2-40B4-BE49-F238E27FC236}">
                    <a16:creationId xmlns:a16="http://schemas.microsoft.com/office/drawing/2014/main" id="{1F78067A-8817-4AB0-A07E-16F70522148F}"/>
                  </a:ext>
                </a:extLst>
              </p:cNvPr>
              <p:cNvSpPr/>
              <p:nvPr/>
            </p:nvSpPr>
            <p:spPr>
              <a:xfrm>
                <a:off x="7688172" y="1490733"/>
                <a:ext cx="213395" cy="236029"/>
              </a:xfrm>
              <a:custGeom>
                <a:avLst/>
                <a:gdLst/>
                <a:ahLst/>
                <a:cxnLst/>
                <a:rect l="l" t="t" r="r" b="b"/>
                <a:pathLst>
                  <a:path w="289559" h="334644">
                    <a:moveTo>
                      <a:pt x="0" y="0"/>
                    </a:moveTo>
                    <a:lnTo>
                      <a:pt x="0" y="334146"/>
                    </a:lnTo>
                    <a:lnTo>
                      <a:pt x="289383" y="1670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2663"/>
              </a:solidFill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75" name="object 181">
                <a:extLst>
                  <a:ext uri="{FF2B5EF4-FFF2-40B4-BE49-F238E27FC236}">
                    <a16:creationId xmlns:a16="http://schemas.microsoft.com/office/drawing/2014/main" id="{F9A77E6A-8AC6-4168-8047-95E4E2BC0240}"/>
                  </a:ext>
                </a:extLst>
              </p:cNvPr>
              <p:cNvSpPr/>
              <p:nvPr/>
            </p:nvSpPr>
            <p:spPr>
              <a:xfrm>
                <a:off x="6728825" y="1153169"/>
                <a:ext cx="951855" cy="910974"/>
              </a:xfrm>
              <a:custGeom>
                <a:avLst/>
                <a:gdLst/>
                <a:ahLst/>
                <a:cxnLst/>
                <a:rect l="l" t="t" r="r" b="b"/>
                <a:pathLst>
                  <a:path w="1291590" h="1291589">
                    <a:moveTo>
                      <a:pt x="1291353" y="645676"/>
                    </a:moveTo>
                    <a:lnTo>
                      <a:pt x="1289582" y="693864"/>
                    </a:lnTo>
                    <a:lnTo>
                      <a:pt x="1284352" y="741089"/>
                    </a:lnTo>
                    <a:lnTo>
                      <a:pt x="1275788" y="787228"/>
                    </a:lnTo>
                    <a:lnTo>
                      <a:pt x="1264015" y="832156"/>
                    </a:lnTo>
                    <a:lnTo>
                      <a:pt x="1249158" y="875747"/>
                    </a:lnTo>
                    <a:lnTo>
                      <a:pt x="1231342" y="917877"/>
                    </a:lnTo>
                    <a:lnTo>
                      <a:pt x="1210691" y="958421"/>
                    </a:lnTo>
                    <a:lnTo>
                      <a:pt x="1187330" y="997253"/>
                    </a:lnTo>
                    <a:lnTo>
                      <a:pt x="1161385" y="1034251"/>
                    </a:lnTo>
                    <a:lnTo>
                      <a:pt x="1132979" y="1069287"/>
                    </a:lnTo>
                    <a:lnTo>
                      <a:pt x="1102238" y="1102238"/>
                    </a:lnTo>
                    <a:lnTo>
                      <a:pt x="1069287" y="1132979"/>
                    </a:lnTo>
                    <a:lnTo>
                      <a:pt x="1034251" y="1161385"/>
                    </a:lnTo>
                    <a:lnTo>
                      <a:pt x="997253" y="1187330"/>
                    </a:lnTo>
                    <a:lnTo>
                      <a:pt x="958421" y="1210691"/>
                    </a:lnTo>
                    <a:lnTo>
                      <a:pt x="917877" y="1231342"/>
                    </a:lnTo>
                    <a:lnTo>
                      <a:pt x="875747" y="1249158"/>
                    </a:lnTo>
                    <a:lnTo>
                      <a:pt x="832156" y="1264015"/>
                    </a:lnTo>
                    <a:lnTo>
                      <a:pt x="787228" y="1275788"/>
                    </a:lnTo>
                    <a:lnTo>
                      <a:pt x="741089" y="1284352"/>
                    </a:lnTo>
                    <a:lnTo>
                      <a:pt x="693864" y="1289582"/>
                    </a:lnTo>
                    <a:lnTo>
                      <a:pt x="645676" y="1291353"/>
                    </a:lnTo>
                    <a:lnTo>
                      <a:pt x="597489" y="1289582"/>
                    </a:lnTo>
                    <a:lnTo>
                      <a:pt x="550263" y="1284352"/>
                    </a:lnTo>
                    <a:lnTo>
                      <a:pt x="504124" y="1275788"/>
                    </a:lnTo>
                    <a:lnTo>
                      <a:pt x="459197" y="1264015"/>
                    </a:lnTo>
                    <a:lnTo>
                      <a:pt x="415605" y="1249158"/>
                    </a:lnTo>
                    <a:lnTo>
                      <a:pt x="373476" y="1231342"/>
                    </a:lnTo>
                    <a:lnTo>
                      <a:pt x="332932" y="1210691"/>
                    </a:lnTo>
                    <a:lnTo>
                      <a:pt x="294099" y="1187330"/>
                    </a:lnTo>
                    <a:lnTo>
                      <a:pt x="257102" y="1161385"/>
                    </a:lnTo>
                    <a:lnTo>
                      <a:pt x="222065" y="1132979"/>
                    </a:lnTo>
                    <a:lnTo>
                      <a:pt x="189114" y="1102238"/>
                    </a:lnTo>
                    <a:lnTo>
                      <a:pt x="158373" y="1069287"/>
                    </a:lnTo>
                    <a:lnTo>
                      <a:pt x="129968" y="1034251"/>
                    </a:lnTo>
                    <a:lnTo>
                      <a:pt x="104022" y="997253"/>
                    </a:lnTo>
                    <a:lnTo>
                      <a:pt x="80661" y="958421"/>
                    </a:lnTo>
                    <a:lnTo>
                      <a:pt x="60010" y="917877"/>
                    </a:lnTo>
                    <a:lnTo>
                      <a:pt x="42194" y="875747"/>
                    </a:lnTo>
                    <a:lnTo>
                      <a:pt x="27337" y="832156"/>
                    </a:lnTo>
                    <a:lnTo>
                      <a:pt x="15564" y="787228"/>
                    </a:lnTo>
                    <a:lnTo>
                      <a:pt x="7000" y="741089"/>
                    </a:lnTo>
                    <a:lnTo>
                      <a:pt x="1771" y="693864"/>
                    </a:lnTo>
                    <a:lnTo>
                      <a:pt x="0" y="645676"/>
                    </a:lnTo>
                    <a:lnTo>
                      <a:pt x="1771" y="597489"/>
                    </a:lnTo>
                    <a:lnTo>
                      <a:pt x="7000" y="550263"/>
                    </a:lnTo>
                    <a:lnTo>
                      <a:pt x="15564" y="504124"/>
                    </a:lnTo>
                    <a:lnTo>
                      <a:pt x="27337" y="459197"/>
                    </a:lnTo>
                    <a:lnTo>
                      <a:pt x="42194" y="415605"/>
                    </a:lnTo>
                    <a:lnTo>
                      <a:pt x="60010" y="373476"/>
                    </a:lnTo>
                    <a:lnTo>
                      <a:pt x="80661" y="332932"/>
                    </a:lnTo>
                    <a:lnTo>
                      <a:pt x="104022" y="294099"/>
                    </a:lnTo>
                    <a:lnTo>
                      <a:pt x="129968" y="257102"/>
                    </a:lnTo>
                    <a:lnTo>
                      <a:pt x="158373" y="222065"/>
                    </a:lnTo>
                    <a:lnTo>
                      <a:pt x="189114" y="189114"/>
                    </a:lnTo>
                    <a:lnTo>
                      <a:pt x="222065" y="158373"/>
                    </a:lnTo>
                    <a:lnTo>
                      <a:pt x="257102" y="129968"/>
                    </a:lnTo>
                    <a:lnTo>
                      <a:pt x="294099" y="104022"/>
                    </a:lnTo>
                    <a:lnTo>
                      <a:pt x="332932" y="80661"/>
                    </a:lnTo>
                    <a:lnTo>
                      <a:pt x="373476" y="60010"/>
                    </a:lnTo>
                    <a:lnTo>
                      <a:pt x="415605" y="42194"/>
                    </a:lnTo>
                    <a:lnTo>
                      <a:pt x="459197" y="27337"/>
                    </a:lnTo>
                    <a:lnTo>
                      <a:pt x="504124" y="15564"/>
                    </a:lnTo>
                    <a:lnTo>
                      <a:pt x="550263" y="7000"/>
                    </a:lnTo>
                    <a:lnTo>
                      <a:pt x="597489" y="1771"/>
                    </a:lnTo>
                    <a:lnTo>
                      <a:pt x="645676" y="0"/>
                    </a:lnTo>
                    <a:lnTo>
                      <a:pt x="693864" y="1771"/>
                    </a:lnTo>
                    <a:lnTo>
                      <a:pt x="741089" y="7000"/>
                    </a:lnTo>
                    <a:lnTo>
                      <a:pt x="787228" y="15564"/>
                    </a:lnTo>
                    <a:lnTo>
                      <a:pt x="832156" y="27337"/>
                    </a:lnTo>
                    <a:lnTo>
                      <a:pt x="875747" y="42194"/>
                    </a:lnTo>
                    <a:lnTo>
                      <a:pt x="917877" y="60010"/>
                    </a:lnTo>
                    <a:lnTo>
                      <a:pt x="958421" y="80661"/>
                    </a:lnTo>
                    <a:lnTo>
                      <a:pt x="997253" y="104022"/>
                    </a:lnTo>
                    <a:lnTo>
                      <a:pt x="1034251" y="129968"/>
                    </a:lnTo>
                    <a:lnTo>
                      <a:pt x="1069287" y="158373"/>
                    </a:lnTo>
                    <a:lnTo>
                      <a:pt x="1102238" y="189114"/>
                    </a:lnTo>
                    <a:lnTo>
                      <a:pt x="1132979" y="222065"/>
                    </a:lnTo>
                    <a:lnTo>
                      <a:pt x="1161385" y="257102"/>
                    </a:lnTo>
                    <a:lnTo>
                      <a:pt x="1187330" y="294099"/>
                    </a:lnTo>
                    <a:lnTo>
                      <a:pt x="1210691" y="332932"/>
                    </a:lnTo>
                    <a:lnTo>
                      <a:pt x="1231342" y="373476"/>
                    </a:lnTo>
                    <a:lnTo>
                      <a:pt x="1249158" y="415605"/>
                    </a:lnTo>
                    <a:lnTo>
                      <a:pt x="1264015" y="459197"/>
                    </a:lnTo>
                    <a:lnTo>
                      <a:pt x="1275788" y="504124"/>
                    </a:lnTo>
                    <a:lnTo>
                      <a:pt x="1284352" y="550263"/>
                    </a:lnTo>
                    <a:lnTo>
                      <a:pt x="1289582" y="597489"/>
                    </a:lnTo>
                    <a:lnTo>
                      <a:pt x="1291353" y="645676"/>
                    </a:lnTo>
                    <a:close/>
                  </a:path>
                </a:pathLst>
              </a:custGeom>
              <a:ln w="104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100"/>
              </a:p>
            </p:txBody>
          </p:sp>
          <p:sp>
            <p:nvSpPr>
              <p:cNvPr id="176" name="object 182">
                <a:extLst>
                  <a:ext uri="{FF2B5EF4-FFF2-40B4-BE49-F238E27FC236}">
                    <a16:creationId xmlns:a16="http://schemas.microsoft.com/office/drawing/2014/main" id="{B4173AA5-536A-430E-82E9-AAC5EC62D299}"/>
                  </a:ext>
                </a:extLst>
              </p:cNvPr>
              <p:cNvSpPr txBox="1"/>
              <p:nvPr/>
            </p:nvSpPr>
            <p:spPr>
              <a:xfrm>
                <a:off x="8007992" y="987089"/>
                <a:ext cx="2992371" cy="776494"/>
              </a:xfrm>
              <a:prstGeom prst="rect">
                <a:avLst/>
              </a:prstGeom>
            </p:spPr>
            <p:txBody>
              <a:bodyPr vert="horz" wrap="square" lIns="0" tIns="14604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14"/>
                  </a:spcBef>
                </a:pPr>
                <a:r>
                  <a:rPr lang="es-ES" b="1" spc="10" dirty="0">
                    <a:solidFill>
                      <a:srgbClr val="FFFFFF"/>
                    </a:solidFill>
                    <a:latin typeface="+mj-lt"/>
                    <a:cs typeface="Montserrat Black"/>
                  </a:rPr>
                  <a:t>PRESENTACIÓN DEL CURSO</a:t>
                </a:r>
                <a:endParaRPr dirty="0">
                  <a:latin typeface="+mj-lt"/>
                  <a:cs typeface="Montserrat Black"/>
                </a:endParaRPr>
              </a:p>
              <a:p>
                <a:pPr marL="12700" marR="5080">
                  <a:lnSpc>
                    <a:spcPct val="100000"/>
                  </a:lnSpc>
                  <a:spcBef>
                    <a:spcPts val="855"/>
                  </a:spcBef>
                </a:pPr>
                <a:r>
                  <a:rPr lang="es-ES" sz="1200" spc="-5" dirty="0">
                    <a:solidFill>
                      <a:srgbClr val="6B6C6C"/>
                    </a:solidFill>
                    <a:latin typeface="+mj-lt"/>
                    <a:cs typeface="Myriad Pro"/>
                  </a:rPr>
                  <a:t>Se presentan los objetivos del curso, los tópicos a desarrollar, el método de evaluación.</a:t>
                </a:r>
                <a:endParaRPr sz="1200" dirty="0">
                  <a:latin typeface="+mj-lt"/>
                  <a:cs typeface="Myriad Pr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748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AA044AC-F017-4852-8B22-B786DF47B4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7601" y="4070804"/>
            <a:ext cx="1858056" cy="878568"/>
          </a:xfrm>
        </p:spPr>
        <p:txBody>
          <a:bodyPr>
            <a:normAutofit/>
          </a:bodyPr>
          <a:lstStyle/>
          <a:p>
            <a:r>
              <a:rPr lang="es-PE" sz="2400" dirty="0">
                <a:solidFill>
                  <a:schemeClr val="bg1"/>
                </a:solidFill>
              </a:rPr>
              <a:t>SUBTÍTULOS</a:t>
            </a:r>
          </a:p>
        </p:txBody>
      </p:sp>
    </p:spTree>
    <p:extLst>
      <p:ext uri="{BB962C8B-B14F-4D97-AF65-F5344CB8AC3E}">
        <p14:creationId xmlns:p14="http://schemas.microsoft.com/office/powerpoint/2010/main" val="368482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A4EDC463-A9C6-45A9-B7C5-D7792E7E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9600"/>
            <a:ext cx="3670300" cy="297622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84F540D-ED5F-403B-A192-09451ADC2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237" y="2192964"/>
            <a:ext cx="9115425" cy="424815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3F7FDFD-B9E7-4892-BA5B-6603C3F954D4}"/>
              </a:ext>
            </a:extLst>
          </p:cNvPr>
          <p:cNvSpPr txBox="1"/>
          <p:nvPr/>
        </p:nvSpPr>
        <p:spPr>
          <a:xfrm>
            <a:off x="3186473" y="5166702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chemeClr val="bg1"/>
                </a:solidFill>
              </a:rPr>
              <a:t>Utilidad</a:t>
            </a:r>
          </a:p>
          <a:p>
            <a:pPr algn="ctr"/>
            <a:r>
              <a:rPr lang="es-PE" sz="1600" b="1" dirty="0">
                <a:solidFill>
                  <a:schemeClr val="bg1"/>
                </a:solidFill>
              </a:rPr>
              <a:t>(</a:t>
            </a:r>
            <a:r>
              <a:rPr lang="es-PE" sz="1600" b="1" dirty="0" err="1">
                <a:solidFill>
                  <a:schemeClr val="bg1"/>
                </a:solidFill>
              </a:rPr>
              <a:t>Utility</a:t>
            </a:r>
            <a:r>
              <a:rPr lang="es-PE" sz="16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9861794-54C8-408A-A730-C32939995076}"/>
              </a:ext>
            </a:extLst>
          </p:cNvPr>
          <p:cNvSpPr txBox="1"/>
          <p:nvPr/>
        </p:nvSpPr>
        <p:spPr>
          <a:xfrm>
            <a:off x="6362546" y="3906503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Innovación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(Innovation)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61F7F55-FE28-4FFD-9295-2D0805BA6E7D}"/>
              </a:ext>
            </a:extLst>
          </p:cNvPr>
          <p:cNvSpPr txBox="1"/>
          <p:nvPr/>
        </p:nvSpPr>
        <p:spPr>
          <a:xfrm>
            <a:off x="4597400" y="3783393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Saberes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(Skills and knowledges)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C18E27B-10A9-4DE6-999A-BF07DB5D51FE}"/>
              </a:ext>
            </a:extLst>
          </p:cNvPr>
          <p:cNvSpPr txBox="1"/>
          <p:nvPr/>
        </p:nvSpPr>
        <p:spPr>
          <a:xfrm>
            <a:off x="7589170" y="5044079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Logros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(Accomplishment )</a:t>
            </a:r>
          </a:p>
        </p:txBody>
      </p:sp>
    </p:spTree>
    <p:extLst>
      <p:ext uri="{BB962C8B-B14F-4D97-AF65-F5344CB8AC3E}">
        <p14:creationId xmlns:p14="http://schemas.microsoft.com/office/powerpoint/2010/main" val="118380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C1BB3FE0-73F6-454A-9881-E250EB30151B}"/>
              </a:ext>
            </a:extLst>
          </p:cNvPr>
          <p:cNvSpPr/>
          <p:nvPr/>
        </p:nvSpPr>
        <p:spPr>
          <a:xfrm>
            <a:off x="6184900" y="1489430"/>
            <a:ext cx="6007099" cy="4975897"/>
          </a:xfrm>
          <a:prstGeom prst="rect">
            <a:avLst/>
          </a:prstGeom>
          <a:blipFill>
            <a:blip r:embed="rId2" cstate="print"/>
            <a:stretch>
              <a:fillRect l="-34170" r="-1324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58A6517-B15C-4DDC-A31A-AC920F51B4A1}"/>
              </a:ext>
            </a:extLst>
          </p:cNvPr>
          <p:cNvCxnSpPr/>
          <p:nvPr/>
        </p:nvCxnSpPr>
        <p:spPr>
          <a:xfrm>
            <a:off x="384997" y="1489430"/>
            <a:ext cx="11083103" cy="0"/>
          </a:xfrm>
          <a:prstGeom prst="line">
            <a:avLst/>
          </a:prstGeom>
          <a:ln>
            <a:solidFill>
              <a:srgbClr val="1E5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áfico 10">
            <a:extLst>
              <a:ext uri="{FF2B5EF4-FFF2-40B4-BE49-F238E27FC236}">
                <a16:creationId xmlns:a16="http://schemas.microsoft.com/office/drawing/2014/main" id="{30EC5AA2-F357-4B78-BFAD-FC9473BC2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6715" y="3969778"/>
            <a:ext cx="3075284" cy="24955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D63F51C-107A-4164-BDDF-362FB3A58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97" y="803791"/>
            <a:ext cx="4839465" cy="68563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B37D25B-E763-5D1D-7C29-09360750A0FA}"/>
              </a:ext>
            </a:extLst>
          </p:cNvPr>
          <p:cNvSpPr txBox="1"/>
          <p:nvPr/>
        </p:nvSpPr>
        <p:spPr>
          <a:xfrm>
            <a:off x="402249" y="2212894"/>
            <a:ext cx="54464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conoce el contenido y los objetivos del curso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entiende y discute el objetivo de la investigación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revisan conceptos básicos relacionados a la investigación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revisa la formulación del problema de investigación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8324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redondeado 1">
            <a:extLst>
              <a:ext uri="{FF2B5EF4-FFF2-40B4-BE49-F238E27FC236}">
                <a16:creationId xmlns:a16="http://schemas.microsoft.com/office/drawing/2014/main" id="{04E7CD90-AB2C-428C-BD4B-0E137F464F46}"/>
              </a:ext>
            </a:extLst>
          </p:cNvPr>
          <p:cNvSpPr/>
          <p:nvPr/>
        </p:nvSpPr>
        <p:spPr>
          <a:xfrm>
            <a:off x="10110023" y="5710592"/>
            <a:ext cx="1451429" cy="75474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9FA8A687-83A3-4CC7-B5DF-BDE387FC1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157" y="1986271"/>
            <a:ext cx="4657711" cy="4459288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EE3083-1C3F-4321-BC8C-56CD1AA3934D}"/>
              </a:ext>
            </a:extLst>
          </p:cNvPr>
          <p:cNvCxnSpPr/>
          <p:nvPr/>
        </p:nvCxnSpPr>
        <p:spPr>
          <a:xfrm>
            <a:off x="384997" y="1489430"/>
            <a:ext cx="11083103" cy="0"/>
          </a:xfrm>
          <a:prstGeom prst="line">
            <a:avLst/>
          </a:prstGeom>
          <a:ln>
            <a:solidFill>
              <a:srgbClr val="1E5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5E665732-505E-4CB2-8903-2A7EFCE4BA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97" y="804009"/>
            <a:ext cx="4839465" cy="68563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A44C6C7-48A9-CF46-2F6F-C51F067FFE43}"/>
              </a:ext>
            </a:extLst>
          </p:cNvPr>
          <p:cNvSpPr txBox="1"/>
          <p:nvPr/>
        </p:nvSpPr>
        <p:spPr>
          <a:xfrm>
            <a:off x="402249" y="2212894"/>
            <a:ext cx="54464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explicarán los objetivos del curso, el contenido y el método de evaluación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presentarán conceptos básicos poniéndolos en el contexto del alumno.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desarrollaran algunos ejemplos de formulación de problema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Se solicitará al alumno su participación en el desarrollo del problema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2883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93BF00-D5A3-46AE-8859-1708C4791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24" y="1470243"/>
            <a:ext cx="4482765" cy="4158200"/>
          </a:xfrm>
          <a:prstGeom prst="rect">
            <a:avLst/>
          </a:prstGeom>
        </p:spPr>
      </p:pic>
      <p:sp>
        <p:nvSpPr>
          <p:cNvPr id="4" name="Título 22">
            <a:extLst>
              <a:ext uri="{FF2B5EF4-FFF2-40B4-BE49-F238E27FC236}">
                <a16:creationId xmlns:a16="http://schemas.microsoft.com/office/drawing/2014/main" id="{9534BE13-6259-4E70-8B66-4D146663B2DF}"/>
              </a:ext>
            </a:extLst>
          </p:cNvPr>
          <p:cNvSpPr txBox="1">
            <a:spLocks/>
          </p:cNvSpPr>
          <p:nvPr/>
        </p:nvSpPr>
        <p:spPr>
          <a:xfrm>
            <a:off x="5971712" y="2155622"/>
            <a:ext cx="5117076" cy="4624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rgbClr val="151F6D"/>
                </a:solidFill>
              </a:rPr>
              <a:t>¿Como se formula el problema de una investigación?</a:t>
            </a:r>
            <a:endParaRPr lang="es-PE" sz="2400" dirty="0">
              <a:solidFill>
                <a:srgbClr val="151F6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5DB623-14E5-4E36-8C79-88CE3B80440B}"/>
              </a:ext>
            </a:extLst>
          </p:cNvPr>
          <p:cNvSpPr txBox="1"/>
          <p:nvPr/>
        </p:nvSpPr>
        <p:spPr>
          <a:xfrm>
            <a:off x="6096000" y="3036163"/>
            <a:ext cx="45838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Como parte del proceso de graduación, los alumnos deben desarrollar una investigación (tesis). Esta tesis debe orientarse a la resolución de un problema. Sin embargo, ¿Cómo se formula este problema a resolver?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E59DEE-DB74-4E4A-9B84-2990F04EE34C}"/>
              </a:ext>
            </a:extLst>
          </p:cNvPr>
          <p:cNvSpPr/>
          <p:nvPr/>
        </p:nvSpPr>
        <p:spPr>
          <a:xfrm>
            <a:off x="5971712" y="2823099"/>
            <a:ext cx="4823535" cy="2423604"/>
          </a:xfrm>
          <a:prstGeom prst="rect">
            <a:avLst/>
          </a:prstGeom>
          <a:noFill/>
          <a:ln>
            <a:solidFill>
              <a:srgbClr val="1E50D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619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redondeado 1">
            <a:extLst>
              <a:ext uri="{FF2B5EF4-FFF2-40B4-BE49-F238E27FC236}">
                <a16:creationId xmlns:a16="http://schemas.microsoft.com/office/drawing/2014/main" id="{04E7CD90-AB2C-428C-BD4B-0E137F464F46}"/>
              </a:ext>
            </a:extLst>
          </p:cNvPr>
          <p:cNvSpPr/>
          <p:nvPr/>
        </p:nvSpPr>
        <p:spPr>
          <a:xfrm>
            <a:off x="10110023" y="5710592"/>
            <a:ext cx="1451429" cy="75474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EDA5942-F795-481A-A21F-016040DA9FC1}"/>
              </a:ext>
            </a:extLst>
          </p:cNvPr>
          <p:cNvCxnSpPr/>
          <p:nvPr/>
        </p:nvCxnSpPr>
        <p:spPr>
          <a:xfrm>
            <a:off x="384997" y="1489430"/>
            <a:ext cx="11083103" cy="0"/>
          </a:xfrm>
          <a:prstGeom prst="line">
            <a:avLst/>
          </a:prstGeom>
          <a:ln>
            <a:solidFill>
              <a:srgbClr val="1E5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180976AD-4056-49FA-B4A7-5B1BB8A7F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07" y="804009"/>
            <a:ext cx="4837355" cy="6853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DF818A7-21FC-475A-991E-D4F32E427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228" y="1986498"/>
            <a:ext cx="6095481" cy="410146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02BB676-E5D8-EA76-CD93-7AC9B3A19764}"/>
              </a:ext>
            </a:extLst>
          </p:cNvPr>
          <p:cNvSpPr txBox="1"/>
          <p:nvPr/>
        </p:nvSpPr>
        <p:spPr>
          <a:xfrm>
            <a:off x="229921" y="2144168"/>
            <a:ext cx="54464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400" dirty="0">
                <a:latin typeface="+mj-lt"/>
                <a:ea typeface="+mj-ea"/>
                <a:cs typeface="+mj-cs"/>
              </a:rPr>
              <a:t>En la presente sesión explicaremos como formular el problema. Además, explicaremos los objetivos del curso, el contenido y el método de evaluación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0780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A4EDC463-A9C6-45A9-B7C5-D7792E7E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9600"/>
            <a:ext cx="3670300" cy="297622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E253531-AF7D-4B70-B9CA-2F141A15D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435" y="2192964"/>
            <a:ext cx="9115425" cy="42481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909C17A-D4FA-424C-BB56-D8C644754F4B}"/>
              </a:ext>
            </a:extLst>
          </p:cNvPr>
          <p:cNvSpPr txBox="1"/>
          <p:nvPr/>
        </p:nvSpPr>
        <p:spPr>
          <a:xfrm>
            <a:off x="3186473" y="5166702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Utilidad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</a:t>
            </a:r>
            <a:r>
              <a:rPr lang="es-PE" sz="1600" dirty="0" err="1">
                <a:solidFill>
                  <a:schemeClr val="bg1"/>
                </a:solidFill>
              </a:rPr>
              <a:t>Utility</a:t>
            </a:r>
            <a:r>
              <a:rPr lang="es-PE" sz="16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ED20B7-D953-475F-8774-26458B225802}"/>
              </a:ext>
            </a:extLst>
          </p:cNvPr>
          <p:cNvSpPr txBox="1"/>
          <p:nvPr/>
        </p:nvSpPr>
        <p:spPr>
          <a:xfrm>
            <a:off x="6362546" y="3906503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Innovación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(Innovation)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F6213AD-61C7-4DC0-9D65-62C6C9DD6B24}"/>
              </a:ext>
            </a:extLst>
          </p:cNvPr>
          <p:cNvSpPr txBox="1"/>
          <p:nvPr/>
        </p:nvSpPr>
        <p:spPr>
          <a:xfrm>
            <a:off x="4597400" y="3783393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chemeClr val="bg1"/>
                </a:solidFill>
              </a:rPr>
              <a:t>Saberes</a:t>
            </a:r>
          </a:p>
          <a:p>
            <a:pPr algn="ctr"/>
            <a:r>
              <a:rPr lang="es-PE" sz="1600" b="1" dirty="0">
                <a:solidFill>
                  <a:schemeClr val="bg1"/>
                </a:solidFill>
              </a:rPr>
              <a:t>(Skills and knowledges)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54F1F25-0F4B-40A8-88DC-02AE0BF8A1F3}"/>
              </a:ext>
            </a:extLst>
          </p:cNvPr>
          <p:cNvSpPr txBox="1"/>
          <p:nvPr/>
        </p:nvSpPr>
        <p:spPr>
          <a:xfrm>
            <a:off x="7589170" y="5044079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Logros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(Accomplishment )</a:t>
            </a:r>
          </a:p>
        </p:txBody>
      </p:sp>
    </p:spTree>
    <p:extLst>
      <p:ext uri="{BB962C8B-B14F-4D97-AF65-F5344CB8AC3E}">
        <p14:creationId xmlns:p14="http://schemas.microsoft.com/office/powerpoint/2010/main" val="1301769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6A1CA5A-B065-4A40-A311-FFAF04E50511}"/>
              </a:ext>
            </a:extLst>
          </p:cNvPr>
          <p:cNvCxnSpPr/>
          <p:nvPr/>
        </p:nvCxnSpPr>
        <p:spPr>
          <a:xfrm>
            <a:off x="384997" y="1489430"/>
            <a:ext cx="11083103" cy="0"/>
          </a:xfrm>
          <a:prstGeom prst="line">
            <a:avLst/>
          </a:prstGeom>
          <a:ln>
            <a:solidFill>
              <a:srgbClr val="15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7">
            <a:extLst>
              <a:ext uri="{FF2B5EF4-FFF2-40B4-BE49-F238E27FC236}">
                <a16:creationId xmlns:a16="http://schemas.microsoft.com/office/drawing/2014/main" id="{F6714289-FA79-419D-B15B-6C7D4211C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6715" y="3969778"/>
            <a:ext cx="3075284" cy="249554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D6AB739-776A-4048-9D56-C2B097CBB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97" y="803791"/>
            <a:ext cx="4839465" cy="68563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E52C21F-5216-C0D0-6B3B-5C12CD127843}"/>
              </a:ext>
            </a:extLst>
          </p:cNvPr>
          <p:cNvSpPr txBox="1"/>
          <p:nvPr/>
        </p:nvSpPr>
        <p:spPr>
          <a:xfrm>
            <a:off x="384996" y="2715908"/>
            <a:ext cx="57110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¿Qué es la investigación?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Tipos de conocimiento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Importancia de la investigación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Mitos sobre la investigación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latin typeface="+mj-lt"/>
                <a:ea typeface="+mj-ea"/>
                <a:cs typeface="+mj-cs"/>
              </a:rPr>
              <a:t>Consejos para realizar una buena investigación</a:t>
            </a:r>
          </a:p>
          <a:p>
            <a:pPr marL="285750" indent="-285750">
              <a:buClr>
                <a:srgbClr val="00A0A0"/>
              </a:buClr>
              <a:buFont typeface="Arial" panose="020B0604020202020204" pitchFamily="34" charset="0"/>
              <a:buChar char="•"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46966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96267" y="799122"/>
            <a:ext cx="5047001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¿Qué es la investigación?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4C553A-998D-D273-B702-291533FB95A3}"/>
              </a:ext>
            </a:extLst>
          </p:cNvPr>
          <p:cNvSpPr txBox="1"/>
          <p:nvPr/>
        </p:nvSpPr>
        <p:spPr>
          <a:xfrm>
            <a:off x="686920" y="1654859"/>
            <a:ext cx="101219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400" dirty="0">
                <a:latin typeface="+mj-lt"/>
                <a:ea typeface="+mj-ea"/>
                <a:cs typeface="+mj-cs"/>
              </a:rPr>
              <a:t>La investigación es un conjunto de procesos sistemáticos, críticos y empíricos que se aplican al estudio de un fenómeno o problema (Sampieri, 2014).</a:t>
            </a:r>
          </a:p>
          <a:p>
            <a:pPr>
              <a:buClr>
                <a:srgbClr val="00A0A0"/>
              </a:buClr>
            </a:pPr>
            <a:endParaRPr lang="es-ES" sz="2400" dirty="0">
              <a:latin typeface="+mj-lt"/>
              <a:ea typeface="+mj-ea"/>
              <a:cs typeface="+mj-cs"/>
            </a:endParaRPr>
          </a:p>
          <a:p>
            <a:pPr>
              <a:buClr>
                <a:srgbClr val="00A0A0"/>
              </a:buClr>
            </a:pPr>
            <a:r>
              <a:rPr lang="es-ES" sz="2400" dirty="0">
                <a:latin typeface="+mj-lt"/>
                <a:ea typeface="+mj-ea"/>
                <a:cs typeface="+mj-cs"/>
              </a:rPr>
              <a:t>La investigación busca responder a preguntas que no han sido respondidas antes, o responderlas de una mejor manera  (más precisa, eficiente, eficaz, </a:t>
            </a:r>
            <a:r>
              <a:rPr lang="es-ES" sz="2400" dirty="0" err="1">
                <a:latin typeface="+mj-lt"/>
                <a:ea typeface="+mj-ea"/>
                <a:cs typeface="+mj-cs"/>
              </a:rPr>
              <a:t>etc</a:t>
            </a:r>
            <a:r>
              <a:rPr lang="es-ES" sz="2400" dirty="0">
                <a:latin typeface="+mj-lt"/>
                <a:ea typeface="+mj-ea"/>
                <a:cs typeface="+mj-cs"/>
              </a:rPr>
              <a:t>). Tiene por objetivo generar conocimiento.</a:t>
            </a:r>
          </a:p>
        </p:txBody>
      </p:sp>
    </p:spTree>
    <p:extLst>
      <p:ext uri="{BB962C8B-B14F-4D97-AF65-F5344CB8AC3E}">
        <p14:creationId xmlns:p14="http://schemas.microsoft.com/office/powerpoint/2010/main" val="3576149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22">
            <a:extLst>
              <a:ext uri="{FF2B5EF4-FFF2-40B4-BE49-F238E27FC236}">
                <a16:creationId xmlns:a16="http://schemas.microsoft.com/office/drawing/2014/main" id="{01915EB2-3AB2-4956-A0EF-F3DC8527A744}"/>
              </a:ext>
            </a:extLst>
          </p:cNvPr>
          <p:cNvSpPr txBox="1">
            <a:spLocks/>
          </p:cNvSpPr>
          <p:nvPr/>
        </p:nvSpPr>
        <p:spPr>
          <a:xfrm>
            <a:off x="396267" y="799122"/>
            <a:ext cx="4520789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Tipos de conocimiento</a:t>
            </a:r>
            <a:endParaRPr lang="es-PE" sz="3600" dirty="0">
              <a:solidFill>
                <a:srgbClr val="151F6D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01BD4A4-F81F-F3D4-FC5A-94066381C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66258"/>
              </p:ext>
            </p:extLst>
          </p:nvPr>
        </p:nvGraphicFramePr>
        <p:xfrm>
          <a:off x="1297796" y="1591070"/>
          <a:ext cx="9596408" cy="42217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98204">
                  <a:extLst>
                    <a:ext uri="{9D8B030D-6E8A-4147-A177-3AD203B41FA5}">
                      <a16:colId xmlns:a16="http://schemas.microsoft.com/office/drawing/2014/main" val="921778257"/>
                    </a:ext>
                  </a:extLst>
                </a:gridCol>
                <a:gridCol w="4798204">
                  <a:extLst>
                    <a:ext uri="{9D8B030D-6E8A-4147-A177-3AD203B41FA5}">
                      <a16:colId xmlns:a16="http://schemas.microsoft.com/office/drawing/2014/main" val="749143749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>
                          <a:solidFill>
                            <a:schemeClr val="tx1"/>
                          </a:solidFill>
                        </a:rPr>
                        <a:t>Común o cotidiano</a:t>
                      </a:r>
                    </a:p>
                  </a:txBody>
                  <a:tcPr anchor="ctr">
                    <a:solidFill>
                      <a:srgbClr val="B2BF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>
                          <a:solidFill>
                            <a:schemeClr val="tx1"/>
                          </a:solidFill>
                        </a:rPr>
                        <a:t>Científico</a:t>
                      </a:r>
                    </a:p>
                  </a:txBody>
                  <a:tcPr anchor="ctr">
                    <a:solidFill>
                      <a:srgbClr val="B2BF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92929"/>
                  </a:ext>
                </a:extLst>
              </a:tr>
              <a:tr h="3393745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endParaRPr lang="es-ES" sz="2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latin typeface="+mj-lt"/>
                        </a:rPr>
                        <a:t>Se obtiene a partir de los sentidos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s-ES" sz="2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latin typeface="+mj-lt"/>
                        </a:rPr>
                        <a:t>No es contrastable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endParaRPr lang="es-ES" sz="2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endParaRPr lang="es-ES" sz="2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latin typeface="+mj-lt"/>
                        </a:rPr>
                        <a:t>Tiene una validez acotada, muy ligada a la percepción de una persona</a:t>
                      </a:r>
                      <a:endParaRPr lang="es-PE" sz="24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D5DCE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endParaRPr lang="es-ES" sz="2400" dirty="0">
                        <a:latin typeface="+mj-lt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s-ES" sz="2400" dirty="0">
                          <a:latin typeface="+mj-lt"/>
                        </a:rPr>
                        <a:t>Se obtiene a partir de métodos y técnicas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s-ES" sz="2400" dirty="0">
                          <a:latin typeface="+mj-lt"/>
                        </a:rPr>
                        <a:t>Es contrastable o verificable (reproducible)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endParaRPr lang="es-ES" sz="2400" dirty="0">
                        <a:latin typeface="+mj-lt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s-ES" sz="2400" dirty="0">
                          <a:latin typeface="+mj-lt"/>
                        </a:rPr>
                        <a:t>Busca tener validez general, a través de leyes teorías.</a:t>
                      </a:r>
                      <a:endParaRPr lang="es-PE" sz="2400" dirty="0">
                        <a:latin typeface="+mj-lt"/>
                      </a:endParaRPr>
                    </a:p>
                  </a:txBody>
                  <a:tcPr>
                    <a:solidFill>
                      <a:srgbClr val="D5D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79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78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609079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Importancia de la investigación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520B9B-6725-2EE3-6C91-D11F76780EDB}"/>
              </a:ext>
            </a:extLst>
          </p:cNvPr>
          <p:cNvSpPr txBox="1"/>
          <p:nvPr/>
        </p:nvSpPr>
        <p:spPr>
          <a:xfrm>
            <a:off x="986483" y="1525518"/>
            <a:ext cx="30396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400" dirty="0">
                <a:latin typeface="+mj-lt"/>
                <a:ea typeface="+mj-ea"/>
                <a:cs typeface="+mj-cs"/>
              </a:rPr>
              <a:t>Permite cuestionar, revisar, reflexionar sobre el conocimiento ya existente.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5E36C9-22B5-B4A5-0405-1C6ED73EF121}"/>
              </a:ext>
            </a:extLst>
          </p:cNvPr>
          <p:cNvSpPr txBox="1"/>
          <p:nvPr/>
        </p:nvSpPr>
        <p:spPr>
          <a:xfrm>
            <a:off x="4641011" y="1525518"/>
            <a:ext cx="33297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400" dirty="0">
                <a:latin typeface="+mj-lt"/>
                <a:ea typeface="+mj-ea"/>
                <a:cs typeface="+mj-cs"/>
              </a:rPr>
              <a:t>Permite generar nuevo conocimiento o nuevas interpretaciones del ya existente.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10BFE0-0C7E-8EDF-9260-149FEAA0852F}"/>
              </a:ext>
            </a:extLst>
          </p:cNvPr>
          <p:cNvSpPr txBox="1"/>
          <p:nvPr/>
        </p:nvSpPr>
        <p:spPr>
          <a:xfrm>
            <a:off x="8585645" y="1784310"/>
            <a:ext cx="2999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400" dirty="0">
                <a:latin typeface="+mj-lt"/>
                <a:ea typeface="+mj-ea"/>
                <a:cs typeface="+mj-cs"/>
              </a:rPr>
              <a:t>Contribuye a responder problemas o demandas sociales</a:t>
            </a:r>
          </a:p>
        </p:txBody>
      </p:sp>
      <p:pic>
        <p:nvPicPr>
          <p:cNvPr id="1026" name="Picture 2" descr="Los documentos de Albert Einstein a un solo clic">
            <a:extLst>
              <a:ext uri="{FF2B5EF4-FFF2-40B4-BE49-F238E27FC236}">
                <a16:creationId xmlns:a16="http://schemas.microsoft.com/office/drawing/2014/main" id="{EA435A23-B1E7-4E85-F401-C6FA3FD55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08" y="3312196"/>
            <a:ext cx="3190243" cy="183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975495" y="5145669"/>
            <a:ext cx="303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dirty="0" err="1">
                <a:latin typeface="+mj-lt"/>
                <a:ea typeface="+mj-ea"/>
                <a:cs typeface="+mj-cs"/>
              </a:rPr>
              <a:t>e.g</a:t>
            </a:r>
            <a:r>
              <a:rPr lang="es-ES" dirty="0">
                <a:latin typeface="+mj-lt"/>
                <a:ea typeface="+mj-ea"/>
                <a:cs typeface="+mj-cs"/>
              </a:rPr>
              <a:t>. Teoría de la relatividad de Einstein.</a:t>
            </a:r>
          </a:p>
        </p:txBody>
      </p:sp>
      <p:pic>
        <p:nvPicPr>
          <p:cNvPr id="1028" name="Picture 4" descr="ai. logotipo de inteligencia artificial. concepto de inteligencia  artificial y aprendizaje automático. Esfera de placa de circuito de  tecnología abstracta. tecnología de innovación de big data. Redes neuronales.  ilustración vectorial. 4695780 Vector">
            <a:extLst>
              <a:ext uri="{FF2B5EF4-FFF2-40B4-BE49-F238E27FC236}">
                <a16:creationId xmlns:a16="http://schemas.microsoft.com/office/drawing/2014/main" id="{523E1057-8319-1B4B-CC6B-9F7FD05DF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4" t="8554" r="6086" b="7421"/>
          <a:stretch/>
        </p:blipFill>
        <p:spPr bwMode="auto">
          <a:xfrm>
            <a:off x="4718649" y="3312196"/>
            <a:ext cx="3252159" cy="186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9B595AE-90C5-693A-4CE9-CF8B2C05887A}"/>
              </a:ext>
            </a:extLst>
          </p:cNvPr>
          <p:cNvSpPr txBox="1"/>
          <p:nvPr/>
        </p:nvSpPr>
        <p:spPr>
          <a:xfrm>
            <a:off x="4718648" y="5173758"/>
            <a:ext cx="3252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dirty="0" err="1">
                <a:latin typeface="+mj-lt"/>
                <a:ea typeface="+mj-ea"/>
                <a:cs typeface="+mj-cs"/>
              </a:rPr>
              <a:t>e.g</a:t>
            </a:r>
            <a:r>
              <a:rPr lang="es-ES" dirty="0">
                <a:latin typeface="+mj-lt"/>
                <a:ea typeface="+mj-ea"/>
                <a:cs typeface="+mj-cs"/>
              </a:rPr>
              <a:t>. El desarrollo de la inteligencia artificial</a:t>
            </a:r>
          </a:p>
        </p:txBody>
      </p:sp>
      <p:pic>
        <p:nvPicPr>
          <p:cNvPr id="1030" name="Picture 6" descr="Preguntas frecuentes: Vacunas contra la COVID-19 - OPS/OMS | Organización  Panamericana de la Salud">
            <a:extLst>
              <a:ext uri="{FF2B5EF4-FFF2-40B4-BE49-F238E27FC236}">
                <a16:creationId xmlns:a16="http://schemas.microsoft.com/office/drawing/2014/main" id="{480E444F-11EA-97AD-0C65-3447661E01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7" r="22227"/>
          <a:stretch/>
        </p:blipFill>
        <p:spPr bwMode="auto">
          <a:xfrm>
            <a:off x="8867955" y="3300424"/>
            <a:ext cx="2717320" cy="185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7167100-A429-AB49-F512-9F0D1C2022A0}"/>
              </a:ext>
            </a:extLst>
          </p:cNvPr>
          <p:cNvSpPr txBox="1"/>
          <p:nvPr/>
        </p:nvSpPr>
        <p:spPr>
          <a:xfrm>
            <a:off x="8674269" y="5173758"/>
            <a:ext cx="3252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dirty="0" err="1">
                <a:latin typeface="+mj-lt"/>
                <a:ea typeface="+mj-ea"/>
                <a:cs typeface="+mj-cs"/>
              </a:rPr>
              <a:t>e.g</a:t>
            </a:r>
            <a:r>
              <a:rPr lang="es-ES" dirty="0">
                <a:latin typeface="+mj-lt"/>
                <a:ea typeface="+mj-ea"/>
                <a:cs typeface="+mj-cs"/>
              </a:rPr>
              <a:t>. El desarrollo de las vacunas contra la COVID-19</a:t>
            </a:r>
          </a:p>
        </p:txBody>
      </p:sp>
    </p:spTree>
    <p:extLst>
      <p:ext uri="{BB962C8B-B14F-4D97-AF65-F5344CB8AC3E}">
        <p14:creationId xmlns:p14="http://schemas.microsoft.com/office/powerpoint/2010/main" val="3311784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609079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Mitos sobre la investigación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520B9B-6725-2EE3-6C91-D11F76780EDB}"/>
              </a:ext>
            </a:extLst>
          </p:cNvPr>
          <p:cNvSpPr txBox="1"/>
          <p:nvPr/>
        </p:nvSpPr>
        <p:spPr>
          <a:xfrm>
            <a:off x="675937" y="1696708"/>
            <a:ext cx="3039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000" dirty="0">
                <a:latin typeface="+mj-lt"/>
                <a:ea typeface="+mj-ea"/>
                <a:cs typeface="+mj-cs"/>
              </a:rPr>
              <a:t>Ocurre solamente en el laboratorio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5E36C9-22B5-B4A5-0405-1C6ED73EF121}"/>
              </a:ext>
            </a:extLst>
          </p:cNvPr>
          <p:cNvSpPr txBox="1"/>
          <p:nvPr/>
        </p:nvSpPr>
        <p:spPr>
          <a:xfrm>
            <a:off x="4641011" y="1701156"/>
            <a:ext cx="3329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000" dirty="0">
                <a:latin typeface="+mj-lt"/>
                <a:ea typeface="+mj-ea"/>
                <a:cs typeface="+mj-cs"/>
              </a:rPr>
              <a:t>Es “Asunto de genios”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10BFE0-0C7E-8EDF-9260-149FEAA0852F}"/>
              </a:ext>
            </a:extLst>
          </p:cNvPr>
          <p:cNvSpPr txBox="1"/>
          <p:nvPr/>
        </p:nvSpPr>
        <p:spPr>
          <a:xfrm>
            <a:off x="8628773" y="1701153"/>
            <a:ext cx="2999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000" dirty="0">
                <a:latin typeface="+mj-lt"/>
                <a:ea typeface="+mj-ea"/>
                <a:cs typeface="+mj-cs"/>
              </a:rPr>
              <a:t>Es aburrida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520101" y="4750980"/>
            <a:ext cx="33513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000" dirty="0">
                <a:latin typeface="+mj-lt"/>
                <a:ea typeface="+mj-ea"/>
                <a:cs typeface="+mj-cs"/>
              </a:rPr>
              <a:t>En realidad la investigación puede desarrollarse en campo, en gabinete, o de manera mixta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B595AE-90C5-693A-4CE9-CF8B2C05887A}"/>
              </a:ext>
            </a:extLst>
          </p:cNvPr>
          <p:cNvSpPr txBox="1"/>
          <p:nvPr/>
        </p:nvSpPr>
        <p:spPr>
          <a:xfrm>
            <a:off x="4252825" y="4414555"/>
            <a:ext cx="38042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000" dirty="0">
                <a:latin typeface="+mj-lt"/>
                <a:ea typeface="+mj-ea"/>
                <a:cs typeface="+mj-cs"/>
              </a:rPr>
              <a:t>La investigación, al ser un proceso sistemático, está al alcance de todos. Se valora mucho la perseverancia, el entusiasmo y sobre todo la motivación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7167100-A429-AB49-F512-9F0D1C2022A0}"/>
              </a:ext>
            </a:extLst>
          </p:cNvPr>
          <p:cNvSpPr txBox="1"/>
          <p:nvPr/>
        </p:nvSpPr>
        <p:spPr>
          <a:xfrm>
            <a:off x="8255478" y="4371425"/>
            <a:ext cx="3804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dirty="0">
                <a:latin typeface="+mj-lt"/>
                <a:ea typeface="+mj-ea"/>
                <a:cs typeface="+mj-cs"/>
              </a:rPr>
              <a:t>La investigación es un proceso que las personas realizamos desde que somos niños, al experimentar, aprender y transmitir conocimiento. La curiosidad es el motor de esta actividad</a:t>
            </a:r>
          </a:p>
        </p:txBody>
      </p:sp>
      <p:pic>
        <p:nvPicPr>
          <p:cNvPr id="2050" name="Picture 2" descr="Laboratorios de Investigación">
            <a:extLst>
              <a:ext uri="{FF2B5EF4-FFF2-40B4-BE49-F238E27FC236}">
                <a16:creationId xmlns:a16="http://schemas.microsoft.com/office/drawing/2014/main" id="{FA5C2A31-CF62-429F-7A78-79B957C02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00" y="2460666"/>
            <a:ext cx="3351363" cy="223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os 10 científicos más importantes de la historia">
            <a:extLst>
              <a:ext uri="{FF2B5EF4-FFF2-40B4-BE49-F238E27FC236}">
                <a16:creationId xmlns:a16="http://schemas.microsoft.com/office/drawing/2014/main" id="{EF612347-CE8D-2CDA-65D1-DBAFB5BB5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176" y="2406772"/>
            <a:ext cx="3368411" cy="176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aptop aburrida estudiante y mujer en casa por la noche estudiando investigación  de conocimiento o elearning">
            <a:extLst>
              <a:ext uri="{FF2B5EF4-FFF2-40B4-BE49-F238E27FC236}">
                <a16:creationId xmlns:a16="http://schemas.microsoft.com/office/drawing/2014/main" id="{60FF4629-14C3-7288-7AEE-65D7652EBF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9" b="7505"/>
          <a:stretch/>
        </p:blipFill>
        <p:spPr bwMode="auto">
          <a:xfrm>
            <a:off x="8565013" y="2219869"/>
            <a:ext cx="3191877" cy="207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7C10261-065A-2705-708B-17DE2E78E600}"/>
              </a:ext>
            </a:extLst>
          </p:cNvPr>
          <p:cNvSpPr/>
          <p:nvPr/>
        </p:nvSpPr>
        <p:spPr>
          <a:xfrm>
            <a:off x="327809" y="1696708"/>
            <a:ext cx="3726611" cy="4377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B3B1487-E55D-1753-2C38-782E12F1E257}"/>
              </a:ext>
            </a:extLst>
          </p:cNvPr>
          <p:cNvSpPr/>
          <p:nvPr/>
        </p:nvSpPr>
        <p:spPr>
          <a:xfrm>
            <a:off x="4287335" y="1691496"/>
            <a:ext cx="3726611" cy="4377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B2A0BD1-FEC4-EFD6-486A-0FD25F9490DA}"/>
              </a:ext>
            </a:extLst>
          </p:cNvPr>
          <p:cNvSpPr/>
          <p:nvPr/>
        </p:nvSpPr>
        <p:spPr>
          <a:xfrm>
            <a:off x="8263545" y="1691495"/>
            <a:ext cx="3726611" cy="4377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7436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Para ser un buen investigador requerimos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98180"/>
            <a:ext cx="11408288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Curiosidad y avidez de conocimiento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Humildad (humana y científica)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No dar el conocimiento por sentado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No dejar que los prejuicios/preconceptos interfieran la labor investigadora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Cuestionar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Se metódico y constante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No se conformista</a:t>
            </a:r>
          </a:p>
        </p:txBody>
      </p:sp>
    </p:spTree>
    <p:extLst>
      <p:ext uri="{BB962C8B-B14F-4D97-AF65-F5344CB8AC3E}">
        <p14:creationId xmlns:p14="http://schemas.microsoft.com/office/powerpoint/2010/main" val="897582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Ventajas de investigar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98180"/>
            <a:ext cx="11408288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Cambiara la manera en que interpretas y procesas la realidad.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Te ayudará a ser mas ordenado/metódico en otros aspectos de la vida.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Te permitirá desarrollar un juicio mas sólido, estar abierto a nuevas. preguntas y nuevas respuestas.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Te enriquecerá el conocimiento que adquieras y te ayudará a especializarte dentro de tu carrera.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Te convertirá en un potencial solucionador de problemas.</a:t>
            </a:r>
          </a:p>
        </p:txBody>
      </p:sp>
    </p:spTree>
    <p:extLst>
      <p:ext uri="{BB962C8B-B14F-4D97-AF65-F5344CB8AC3E}">
        <p14:creationId xmlns:p14="http://schemas.microsoft.com/office/powerpoint/2010/main" val="336954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Consejos para iniciarse en la investigación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98180"/>
            <a:ext cx="11408288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Leer, leer, leer nos ayudará siempre que no sepamos qué escribir, o que investigar.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Escoger un tema de investigación que nos apasione.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Preguntarse y preguntar a otras personas.</a:t>
            </a:r>
          </a:p>
          <a:p>
            <a:pPr marL="342900" indent="-3429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Fijarse metas realistas en tiempos realistas.</a:t>
            </a:r>
          </a:p>
        </p:txBody>
      </p:sp>
    </p:spTree>
    <p:extLst>
      <p:ext uri="{BB962C8B-B14F-4D97-AF65-F5344CB8AC3E}">
        <p14:creationId xmlns:p14="http://schemas.microsoft.com/office/powerpoint/2010/main" val="952956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El principio de reproducibilidad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98180"/>
            <a:ext cx="11408288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Este principio indica consiste en que los resultados de un fenómeno puedan ser reproducidos siempre que se realice nuevamente el mismo ensayo bajo exactamente las mismas condiciones.</a:t>
            </a:r>
          </a:p>
          <a:p>
            <a:pPr>
              <a:lnSpc>
                <a:spcPct val="150000"/>
              </a:lnSpc>
              <a:buClr>
                <a:srgbClr val="00A0A0"/>
              </a:buClr>
            </a:pPr>
            <a:endParaRPr lang="es-ES" sz="2800" dirty="0"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Este concepto se aplica directamente en el método científico, y es fundamental en la ciencia pues supone que las leyes de la naturaleza son permanentes y no cambian entre un experimento y otro.</a:t>
            </a:r>
          </a:p>
        </p:txBody>
      </p:sp>
    </p:spTree>
    <p:extLst>
      <p:ext uri="{BB962C8B-B14F-4D97-AF65-F5344CB8AC3E}">
        <p14:creationId xmlns:p14="http://schemas.microsoft.com/office/powerpoint/2010/main" val="3258566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El principio de reproducibilidad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398180"/>
            <a:ext cx="5504202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El principio de reproducibilidad se aplica directamente en todas las fases del método científico, particularmente en las siguientes cinco fases (Open-</a:t>
            </a:r>
            <a:r>
              <a:rPr lang="es-ES" sz="2800" dirty="0" err="1">
                <a:latin typeface="+mj-lt"/>
                <a:ea typeface="+mj-ea"/>
                <a:cs typeface="+mj-cs"/>
              </a:rPr>
              <a:t>Science</a:t>
            </a:r>
            <a:r>
              <a:rPr lang="es-ES" sz="2800" dirty="0"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CAF9D-C737-B7CE-99A7-91F66E950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564" y="938916"/>
            <a:ext cx="5956325" cy="544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410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El principio de refutabilidad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398180"/>
            <a:ext cx="11180382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Este principio consiste en que cualquier proposición científica debe ser susceptible de ser falsada o refutada.</a:t>
            </a:r>
          </a:p>
          <a:p>
            <a:pPr>
              <a:lnSpc>
                <a:spcPct val="150000"/>
              </a:lnSpc>
              <a:buClr>
                <a:srgbClr val="00A0A0"/>
              </a:buClr>
            </a:pPr>
            <a:endParaRPr lang="es-ES" sz="2800" dirty="0"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Esto significa que sea posible diseñar experimentos que puedan demostrar que la hipótesis original sea falsa.</a:t>
            </a:r>
          </a:p>
        </p:txBody>
      </p:sp>
    </p:spTree>
    <p:extLst>
      <p:ext uri="{BB962C8B-B14F-4D97-AF65-F5344CB8AC3E}">
        <p14:creationId xmlns:p14="http://schemas.microsoft.com/office/powerpoint/2010/main" val="586033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Consiguiendo ideas de investigación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98180"/>
            <a:ext cx="11408288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Al principio toda idea es confusa, general y ambigua. Hay cuatro pasos clave para madurar tu idea inicial elegida que llamaremos conocimiento tácito. Estos son: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Identificación de un problema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Organización mecanismo del problema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Definición del problema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Fundamentación</a:t>
            </a:r>
          </a:p>
        </p:txBody>
      </p:sp>
    </p:spTree>
    <p:extLst>
      <p:ext uri="{BB962C8B-B14F-4D97-AF65-F5344CB8AC3E}">
        <p14:creationId xmlns:p14="http://schemas.microsoft.com/office/powerpoint/2010/main" val="4070204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Definiendo ideas de investigación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80929"/>
            <a:ext cx="1152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Una vez que la idea inicial haya sido elegida podemos seguir los siguientes pasos para fundamentarla: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BA087A46-940F-0356-81BD-BB54FDF042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410775"/>
              </p:ext>
            </p:extLst>
          </p:nvPr>
        </p:nvGraphicFramePr>
        <p:xfrm>
          <a:off x="1224951" y="2419122"/>
          <a:ext cx="6064370" cy="3921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2C84E447-5D8A-7318-E7CE-2F7EDE266686}"/>
              </a:ext>
            </a:extLst>
          </p:cNvPr>
          <p:cNvSpPr txBox="1"/>
          <p:nvPr/>
        </p:nvSpPr>
        <p:spPr>
          <a:xfrm>
            <a:off x="7901795" y="2799415"/>
            <a:ext cx="3925019" cy="2677656"/>
          </a:xfrm>
          <a:prstGeom prst="rect">
            <a:avLst/>
          </a:prstGeom>
          <a:solidFill>
            <a:srgbClr val="B2BFC7"/>
          </a:solidFill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También podemos consultar a docentes de alguna especialidad que nos interese sobre temas de investigación que dispongan.</a:t>
            </a:r>
          </a:p>
        </p:txBody>
      </p:sp>
    </p:spTree>
    <p:extLst>
      <p:ext uri="{BB962C8B-B14F-4D97-AF65-F5344CB8AC3E}">
        <p14:creationId xmlns:p14="http://schemas.microsoft.com/office/powerpoint/2010/main" val="1513621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Definiendo ideas de investigación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80929"/>
            <a:ext cx="1152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Una vez que la idea inicial haya sido elegida podemos seguir los siguientes pasos para fundamentarla: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BA087A46-940F-0356-81BD-BB54FDF04294}"/>
              </a:ext>
            </a:extLst>
          </p:cNvPr>
          <p:cNvGraphicFramePr/>
          <p:nvPr/>
        </p:nvGraphicFramePr>
        <p:xfrm>
          <a:off x="1224951" y="2419122"/>
          <a:ext cx="6064370" cy="3921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2C84E447-5D8A-7318-E7CE-2F7EDE266686}"/>
              </a:ext>
            </a:extLst>
          </p:cNvPr>
          <p:cNvSpPr txBox="1"/>
          <p:nvPr/>
        </p:nvSpPr>
        <p:spPr>
          <a:xfrm>
            <a:off x="7901795" y="2799415"/>
            <a:ext cx="3925019" cy="2246769"/>
          </a:xfrm>
          <a:prstGeom prst="rect">
            <a:avLst/>
          </a:prstGeom>
          <a:solidFill>
            <a:srgbClr val="B2BFC7"/>
          </a:solidFill>
        </p:spPr>
        <p:txBody>
          <a:bodyPr wrap="square" rtlCol="0">
            <a:spAutoFit/>
          </a:bodyPr>
          <a:lstStyle/>
          <a:p>
            <a:pPr algn="ctr"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Es importante revisar la literatura disponible con el fin de asegurar que los temas de investigación son técnicamente viables</a:t>
            </a:r>
          </a:p>
        </p:txBody>
      </p:sp>
    </p:spTree>
    <p:extLst>
      <p:ext uri="{BB962C8B-B14F-4D97-AF65-F5344CB8AC3E}">
        <p14:creationId xmlns:p14="http://schemas.microsoft.com/office/powerpoint/2010/main" val="287690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Selección de la idea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Una vez que hayamos identificado un abanico de ideas, tendremos que seleccionar una idea. Podemos emplear un cuadro multicriterio para hacer la elección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E9D82B2-D46A-D4E3-BE8C-85869A882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283782"/>
              </p:ext>
            </p:extLst>
          </p:nvPr>
        </p:nvGraphicFramePr>
        <p:xfrm>
          <a:off x="1042329" y="3033343"/>
          <a:ext cx="9992740" cy="21822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72148">
                  <a:extLst>
                    <a:ext uri="{9D8B030D-6E8A-4147-A177-3AD203B41FA5}">
                      <a16:colId xmlns:a16="http://schemas.microsoft.com/office/drawing/2014/main" val="1592746839"/>
                    </a:ext>
                  </a:extLst>
                </a:gridCol>
                <a:gridCol w="1372148">
                  <a:extLst>
                    <a:ext uri="{9D8B030D-6E8A-4147-A177-3AD203B41FA5}">
                      <a16:colId xmlns:a16="http://schemas.microsoft.com/office/drawing/2014/main" val="2966940135"/>
                    </a:ext>
                  </a:extLst>
                </a:gridCol>
                <a:gridCol w="1372148">
                  <a:extLst>
                    <a:ext uri="{9D8B030D-6E8A-4147-A177-3AD203B41FA5}">
                      <a16:colId xmlns:a16="http://schemas.microsoft.com/office/drawing/2014/main" val="549920103"/>
                    </a:ext>
                  </a:extLst>
                </a:gridCol>
                <a:gridCol w="1372148">
                  <a:extLst>
                    <a:ext uri="{9D8B030D-6E8A-4147-A177-3AD203B41FA5}">
                      <a16:colId xmlns:a16="http://schemas.microsoft.com/office/drawing/2014/main" val="3462600279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642180755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8897970"/>
                    </a:ext>
                  </a:extLst>
                </a:gridCol>
                <a:gridCol w="1372148">
                  <a:extLst>
                    <a:ext uri="{9D8B030D-6E8A-4147-A177-3AD203B41FA5}">
                      <a16:colId xmlns:a16="http://schemas.microsoft.com/office/drawing/2014/main" val="1117437085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Ideas</a:t>
                      </a:r>
                      <a:endParaRPr lang="es-PE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Tiene impacto</a:t>
                      </a:r>
                      <a:endParaRPr lang="es-PE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Es novedoso</a:t>
                      </a:r>
                      <a:endParaRPr lang="es-PE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Es de mi interés</a:t>
                      </a:r>
                      <a:endParaRPr lang="es-PE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La información esta disponible</a:t>
                      </a:r>
                      <a:endParaRPr lang="es-PE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Conozco la metodología</a:t>
                      </a:r>
                      <a:endParaRPr lang="es-PE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Total</a:t>
                      </a:r>
                      <a:endParaRPr lang="es-PE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65748"/>
                  </a:ext>
                </a:extLst>
              </a:tr>
              <a:tr h="415417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Idea 1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8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6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8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5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4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31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167775"/>
                  </a:ext>
                </a:extLst>
              </a:tr>
              <a:tr h="415417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Idea 2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7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7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7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8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8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37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8466"/>
                  </a:ext>
                </a:extLst>
              </a:tr>
              <a:tr h="415417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Idea 3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7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5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4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6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7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+mj-lt"/>
                        </a:rPr>
                        <a:t>29</a:t>
                      </a:r>
                      <a:endParaRPr lang="es-PE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07638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801CED71-2D20-3991-B6A3-7B081FC1CBFA}"/>
              </a:ext>
            </a:extLst>
          </p:cNvPr>
          <p:cNvSpPr txBox="1"/>
          <p:nvPr/>
        </p:nvSpPr>
        <p:spPr>
          <a:xfrm>
            <a:off x="318629" y="5339049"/>
            <a:ext cx="11408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Podemos incluir columnas adicionales de acuerdo a los criterios que consideremos importantes.</a:t>
            </a:r>
          </a:p>
        </p:txBody>
      </p:sp>
    </p:spTree>
    <p:extLst>
      <p:ext uri="{BB962C8B-B14F-4D97-AF65-F5344CB8AC3E}">
        <p14:creationId xmlns:p14="http://schemas.microsoft.com/office/powerpoint/2010/main" val="2746722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7695317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El método científico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80058" y="1398180"/>
            <a:ext cx="11408288" cy="350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El método científico es un procedimiento sistemático para la resolución de problemas recurriendo a la rigurosidad. El método científico fue originalmente planteado por René Descartes “El héroe del pensamiento”.</a:t>
            </a:r>
          </a:p>
          <a:p>
            <a:pPr>
              <a:lnSpc>
                <a:spcPct val="150000"/>
              </a:lnSpc>
              <a:buClr>
                <a:srgbClr val="00A0A0"/>
              </a:buClr>
            </a:pPr>
            <a:endParaRPr lang="es-ES" sz="2800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150000"/>
              </a:lnSpc>
              <a:buClr>
                <a:srgbClr val="00A0A0"/>
              </a:buClr>
            </a:pPr>
            <a:r>
              <a:rPr lang="es-ES" sz="4000" dirty="0">
                <a:latin typeface="+mj-lt"/>
                <a:ea typeface="+mj-ea"/>
                <a:cs typeface="+mj-cs"/>
              </a:rPr>
              <a:t>“Pienso y dudo, luego existo”</a:t>
            </a:r>
          </a:p>
        </p:txBody>
      </p:sp>
    </p:spTree>
    <p:extLst>
      <p:ext uri="{BB962C8B-B14F-4D97-AF65-F5344CB8AC3E}">
        <p14:creationId xmlns:p14="http://schemas.microsoft.com/office/powerpoint/2010/main" val="2944358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1016246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Ejemplificación del método científico (Khan </a:t>
            </a:r>
            <a:r>
              <a:rPr lang="es-ES" sz="3600" b="1" dirty="0" err="1">
                <a:solidFill>
                  <a:srgbClr val="151F6D"/>
                </a:solidFill>
              </a:rPr>
              <a:t>Academy</a:t>
            </a:r>
            <a:r>
              <a:rPr lang="es-ES" sz="3600" b="1" dirty="0">
                <a:solidFill>
                  <a:srgbClr val="151F6D"/>
                </a:solidFill>
              </a:rPr>
              <a:t>)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Por lo general se identifican 5 pasos para la aplicación del método científico, los cuales se muestran a continuación:</a:t>
            </a:r>
          </a:p>
          <a:p>
            <a:pPr>
              <a:buClr>
                <a:srgbClr val="00A0A0"/>
              </a:buClr>
            </a:pPr>
            <a:endParaRPr lang="es-ES" sz="2800" dirty="0">
              <a:latin typeface="+mj-lt"/>
              <a:ea typeface="+mj-ea"/>
              <a:cs typeface="+mj-cs"/>
            </a:endParaRP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Se hace una observación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Se plantea una pregunta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Se formula una hipótesis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Se realiza una predicción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Se pone a prueba la predicción (mediante un experimento)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Algunos autores incluyen un último paso que es la difusión de los resultados.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78419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1016246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Ejemplificación del método científico (Khan </a:t>
            </a:r>
            <a:r>
              <a:rPr lang="es-ES" sz="3600" b="1" dirty="0" err="1">
                <a:solidFill>
                  <a:srgbClr val="151F6D"/>
                </a:solidFill>
              </a:rPr>
              <a:t>Academy</a:t>
            </a:r>
            <a:r>
              <a:rPr lang="es-ES" sz="3600" b="1" dirty="0">
                <a:solidFill>
                  <a:srgbClr val="151F6D"/>
                </a:solidFill>
              </a:rPr>
              <a:t>)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1) Hacer una observación: 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48D5B36-37CF-24AE-2810-0181386BB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" y="2473058"/>
            <a:ext cx="1105852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503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1016246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Ejemplificación del método científico (Khan </a:t>
            </a:r>
            <a:r>
              <a:rPr lang="es-ES" sz="3600" b="1" dirty="0" err="1">
                <a:solidFill>
                  <a:srgbClr val="151F6D"/>
                </a:solidFill>
              </a:rPr>
              <a:t>Academy</a:t>
            </a:r>
            <a:r>
              <a:rPr lang="es-ES" sz="3600" b="1" dirty="0">
                <a:solidFill>
                  <a:srgbClr val="151F6D"/>
                </a:solidFill>
              </a:rPr>
              <a:t>)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2) Plantea una pregunta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12290" name="Picture 2" descr="2. Pregunta: ¿porqué mi tostador no tuesta?">
            <a:extLst>
              <a:ext uri="{FF2B5EF4-FFF2-40B4-BE49-F238E27FC236}">
                <a16:creationId xmlns:a16="http://schemas.microsoft.com/office/drawing/2014/main" id="{A0BFDACF-4D07-EE4F-792E-909EACC9B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2424399"/>
            <a:ext cx="1110615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69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1016246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Ejemplificación del método científico (Khan </a:t>
            </a:r>
            <a:r>
              <a:rPr lang="es-ES" sz="3600" b="1" dirty="0" err="1">
                <a:solidFill>
                  <a:srgbClr val="151F6D"/>
                </a:solidFill>
              </a:rPr>
              <a:t>Academy</a:t>
            </a:r>
            <a:r>
              <a:rPr lang="es-ES" sz="3600" b="1" dirty="0">
                <a:solidFill>
                  <a:srgbClr val="151F6D"/>
                </a:solidFill>
              </a:rPr>
              <a:t>)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3) Elabora una hipótesis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13314" name="Picture 2" descr="3. Hipótesis: tal vez el enchufe está descompuesto.">
            <a:extLst>
              <a:ext uri="{FF2B5EF4-FFF2-40B4-BE49-F238E27FC236}">
                <a16:creationId xmlns:a16="http://schemas.microsoft.com/office/drawing/2014/main" id="{22E99622-3E09-C519-3BA1-CB928CB09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2416986"/>
            <a:ext cx="111061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904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1016246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Ejemplificación del método científico (Khan </a:t>
            </a:r>
            <a:r>
              <a:rPr lang="es-ES" sz="3600" b="1" dirty="0" err="1">
                <a:solidFill>
                  <a:srgbClr val="151F6D"/>
                </a:solidFill>
              </a:rPr>
              <a:t>Academy</a:t>
            </a:r>
            <a:r>
              <a:rPr lang="es-ES" sz="3600" b="1" dirty="0">
                <a:solidFill>
                  <a:srgbClr val="151F6D"/>
                </a:solidFill>
              </a:rPr>
              <a:t>)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4) Haz una predicción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14338" name="Picture 2" descr="4. Predicción: si conecto el tostador en otro enchufe, entonces sí tostará el pan.">
            <a:extLst>
              <a:ext uri="{FF2B5EF4-FFF2-40B4-BE49-F238E27FC236}">
                <a16:creationId xmlns:a16="http://schemas.microsoft.com/office/drawing/2014/main" id="{CFF667FF-FDE5-870A-E409-CDB6690BA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" y="2319338"/>
            <a:ext cx="11077575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732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1016246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Ejemplificación del método científico (Khan </a:t>
            </a:r>
            <a:r>
              <a:rPr lang="es-ES" sz="3600" b="1" dirty="0" err="1">
                <a:solidFill>
                  <a:srgbClr val="151F6D"/>
                </a:solidFill>
              </a:rPr>
              <a:t>Academy</a:t>
            </a:r>
            <a:r>
              <a:rPr lang="es-ES" sz="3600" b="1" dirty="0">
                <a:solidFill>
                  <a:srgbClr val="151F6D"/>
                </a:solidFill>
              </a:rPr>
              <a:t>)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A0A0"/>
              </a:buClr>
            </a:pPr>
            <a:r>
              <a:rPr lang="es-ES" sz="2800" dirty="0">
                <a:latin typeface="+mj-lt"/>
                <a:ea typeface="+mj-ea"/>
                <a:cs typeface="+mj-cs"/>
              </a:rPr>
              <a:t>5) Pon a prueba las predicciones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5657A000-07A2-27D5-68B8-4F448263F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019300"/>
            <a:ext cx="110585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539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2">
            <a:extLst>
              <a:ext uri="{FF2B5EF4-FFF2-40B4-BE49-F238E27FC236}">
                <a16:creationId xmlns:a16="http://schemas.microsoft.com/office/drawing/2014/main" id="{84C360B5-877D-5862-AF57-57C4421F5409}"/>
              </a:ext>
            </a:extLst>
          </p:cNvPr>
          <p:cNvSpPr txBox="1">
            <a:spLocks/>
          </p:cNvSpPr>
          <p:nvPr/>
        </p:nvSpPr>
        <p:spPr>
          <a:xfrm>
            <a:off x="318629" y="791848"/>
            <a:ext cx="1016246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Características del método científico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13F4C-0882-8165-0FBC-8B83E8F48E27}"/>
              </a:ext>
            </a:extLst>
          </p:cNvPr>
          <p:cNvSpPr txBox="1"/>
          <p:nvPr/>
        </p:nvSpPr>
        <p:spPr>
          <a:xfrm>
            <a:off x="318629" y="1518951"/>
            <a:ext cx="11408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Riguroso: se siguen los pasos el método sin saltar algún de ellos.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Objetivo: se basa en hechos y resultados concretos, no considerando creencias u opiniones no fundamentadas.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Progresivo: los conocimientos nuevos se fundamentan en los conocimientos anteriormente producidos.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Racional: emplea la razón y solo admite opiniones o creencias.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Verificable: la hipótesis puede ser aplicada y comprobada mediante la experimentación.</a:t>
            </a:r>
          </a:p>
          <a:p>
            <a:pPr marL="457200" indent="-457200">
              <a:buClr>
                <a:srgbClr val="00A0A0"/>
              </a:buClr>
              <a:buFont typeface="Wingdings" panose="05000000000000000000" pitchFamily="2" charset="2"/>
              <a:buChar char="§"/>
            </a:pPr>
            <a:endParaRPr lang="es-ES" sz="28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86136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A4EDC463-A9C6-45A9-B7C5-D7792E7E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9600"/>
            <a:ext cx="3670300" cy="297622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BB34D78-D2E1-4123-A71B-0B0837185F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612" y="2192964"/>
            <a:ext cx="9115425" cy="42481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B2AEC53-F5D8-4782-928D-FCD0994F24DE}"/>
              </a:ext>
            </a:extLst>
          </p:cNvPr>
          <p:cNvSpPr txBox="1"/>
          <p:nvPr/>
        </p:nvSpPr>
        <p:spPr>
          <a:xfrm>
            <a:off x="3186473" y="5166702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Utilidad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</a:t>
            </a:r>
            <a:r>
              <a:rPr lang="es-PE" sz="1600" dirty="0" err="1">
                <a:solidFill>
                  <a:schemeClr val="bg1"/>
                </a:solidFill>
              </a:rPr>
              <a:t>Utility</a:t>
            </a:r>
            <a:r>
              <a:rPr lang="es-PE" sz="16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6327D31-993C-4062-B9F6-B90AB1DA1FD5}"/>
              </a:ext>
            </a:extLst>
          </p:cNvPr>
          <p:cNvSpPr txBox="1"/>
          <p:nvPr/>
        </p:nvSpPr>
        <p:spPr>
          <a:xfrm>
            <a:off x="6362546" y="3906503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chemeClr val="bg1"/>
                </a:solidFill>
              </a:rPr>
              <a:t> Innovación</a:t>
            </a:r>
          </a:p>
          <a:p>
            <a:pPr algn="ctr"/>
            <a:r>
              <a:rPr lang="es-PE" sz="1600" b="1" dirty="0">
                <a:solidFill>
                  <a:schemeClr val="bg1"/>
                </a:solidFill>
              </a:rPr>
              <a:t>(Innovation)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CE6521-31C3-4A94-A17E-B792CF451035}"/>
              </a:ext>
            </a:extLst>
          </p:cNvPr>
          <p:cNvSpPr txBox="1"/>
          <p:nvPr/>
        </p:nvSpPr>
        <p:spPr>
          <a:xfrm>
            <a:off x="4597400" y="3783393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Saberes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(Skills and knowledges)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9A55DF9-2FD9-4830-8DAB-10808E07F9CE}"/>
              </a:ext>
            </a:extLst>
          </p:cNvPr>
          <p:cNvSpPr txBox="1"/>
          <p:nvPr/>
        </p:nvSpPr>
        <p:spPr>
          <a:xfrm>
            <a:off x="7589170" y="5044079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Logros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(Accomplishment )</a:t>
            </a:r>
          </a:p>
        </p:txBody>
      </p:sp>
    </p:spTree>
    <p:extLst>
      <p:ext uri="{BB962C8B-B14F-4D97-AF65-F5344CB8AC3E}">
        <p14:creationId xmlns:p14="http://schemas.microsoft.com/office/powerpoint/2010/main" val="160890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1">
            <a:extLst>
              <a:ext uri="{FF2B5EF4-FFF2-40B4-BE49-F238E27FC236}">
                <a16:creationId xmlns:a16="http://schemas.microsoft.com/office/drawing/2014/main" id="{0C85B429-2BD7-4491-A5E6-502BBE6544AB}"/>
              </a:ext>
            </a:extLst>
          </p:cNvPr>
          <p:cNvSpPr/>
          <p:nvPr/>
        </p:nvSpPr>
        <p:spPr>
          <a:xfrm>
            <a:off x="10110023" y="5710592"/>
            <a:ext cx="1451429" cy="75474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FFB61F3-1134-4FB1-AA3A-6490E95C68C5}"/>
              </a:ext>
            </a:extLst>
          </p:cNvPr>
          <p:cNvCxnSpPr/>
          <p:nvPr/>
        </p:nvCxnSpPr>
        <p:spPr>
          <a:xfrm>
            <a:off x="384997" y="1489430"/>
            <a:ext cx="11083103" cy="0"/>
          </a:xfrm>
          <a:prstGeom prst="line">
            <a:avLst/>
          </a:prstGeom>
          <a:ln>
            <a:solidFill>
              <a:srgbClr val="9CA8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áfico 12">
            <a:extLst>
              <a:ext uri="{FF2B5EF4-FFF2-40B4-BE49-F238E27FC236}">
                <a16:creationId xmlns:a16="http://schemas.microsoft.com/office/drawing/2014/main" id="{C23FE7AB-4139-40A5-ABBB-720771434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6715" y="3955151"/>
            <a:ext cx="3075284" cy="24955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57FD113-9445-4B41-8C38-ED5EED559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08" y="803927"/>
            <a:ext cx="4837344" cy="685338"/>
          </a:xfrm>
          <a:prstGeom prst="rect">
            <a:avLst/>
          </a:prstGeom>
        </p:spPr>
      </p:pic>
      <p:sp>
        <p:nvSpPr>
          <p:cNvPr id="2" name="Título 22">
            <a:extLst>
              <a:ext uri="{FF2B5EF4-FFF2-40B4-BE49-F238E27FC236}">
                <a16:creationId xmlns:a16="http://schemas.microsoft.com/office/drawing/2014/main" id="{8DD32DB7-4B53-1FFA-5F61-3D683DC22B1B}"/>
              </a:ext>
            </a:extLst>
          </p:cNvPr>
          <p:cNvSpPr txBox="1">
            <a:spLocks/>
          </p:cNvSpPr>
          <p:nvPr/>
        </p:nvSpPr>
        <p:spPr>
          <a:xfrm>
            <a:off x="316345" y="1935776"/>
            <a:ext cx="715125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Identificando ideas de investigación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D00298-754C-BCB7-0171-C7EBB998D381}"/>
              </a:ext>
            </a:extLst>
          </p:cNvPr>
          <p:cNvSpPr txBox="1"/>
          <p:nvPr/>
        </p:nvSpPr>
        <p:spPr>
          <a:xfrm>
            <a:off x="316345" y="2676172"/>
            <a:ext cx="11408288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Haremos grupos de hasta 2 personas.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Implementamos los pasos sugeridos para la identificación de temas de investigación.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Discutimos sobre los temas de investigación identificados</a:t>
            </a:r>
          </a:p>
        </p:txBody>
      </p:sp>
    </p:spTree>
    <p:extLst>
      <p:ext uri="{BB962C8B-B14F-4D97-AF65-F5344CB8AC3E}">
        <p14:creationId xmlns:p14="http://schemas.microsoft.com/office/powerpoint/2010/main" val="2070918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A4EDC463-A9C6-45A9-B7C5-D7792E7E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9600"/>
            <a:ext cx="3670300" cy="297622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72BB9AE-55BF-41AF-843A-64A09F4F9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7" y="2190750"/>
            <a:ext cx="9115425" cy="42481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E2DA015-8499-4276-81E3-65A5011899A0}"/>
              </a:ext>
            </a:extLst>
          </p:cNvPr>
          <p:cNvSpPr txBox="1"/>
          <p:nvPr/>
        </p:nvSpPr>
        <p:spPr>
          <a:xfrm>
            <a:off x="3186473" y="5166702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Utilidad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</a:t>
            </a:r>
            <a:r>
              <a:rPr lang="es-PE" sz="1600" dirty="0" err="1">
                <a:solidFill>
                  <a:schemeClr val="bg1"/>
                </a:solidFill>
              </a:rPr>
              <a:t>Utility</a:t>
            </a:r>
            <a:r>
              <a:rPr lang="es-PE" sz="16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91D5902-57EF-4760-A251-E83A6ADCF982}"/>
              </a:ext>
            </a:extLst>
          </p:cNvPr>
          <p:cNvSpPr txBox="1"/>
          <p:nvPr/>
        </p:nvSpPr>
        <p:spPr>
          <a:xfrm>
            <a:off x="6362546" y="3906503"/>
            <a:ext cx="134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 Innovación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(Innovation)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1518CAD-6E3E-4998-A03D-00C90738C914}"/>
              </a:ext>
            </a:extLst>
          </p:cNvPr>
          <p:cNvSpPr txBox="1"/>
          <p:nvPr/>
        </p:nvSpPr>
        <p:spPr>
          <a:xfrm>
            <a:off x="4597400" y="3783393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solidFill>
                  <a:schemeClr val="bg1"/>
                </a:solidFill>
              </a:rPr>
              <a:t>Saberes</a:t>
            </a:r>
          </a:p>
          <a:p>
            <a:pPr algn="ctr"/>
            <a:r>
              <a:rPr lang="es-PE" sz="1600" dirty="0">
                <a:solidFill>
                  <a:schemeClr val="bg1"/>
                </a:solidFill>
              </a:rPr>
              <a:t>(Skills and knowledges)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93611D9-FCCC-40E0-8EC4-D40DF9FA218B}"/>
              </a:ext>
            </a:extLst>
          </p:cNvPr>
          <p:cNvSpPr txBox="1"/>
          <p:nvPr/>
        </p:nvSpPr>
        <p:spPr>
          <a:xfrm>
            <a:off x="7589170" y="5044079"/>
            <a:ext cx="1340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chemeClr val="bg1"/>
                </a:solidFill>
              </a:rPr>
              <a:t> Logros</a:t>
            </a:r>
          </a:p>
          <a:p>
            <a:pPr algn="ctr"/>
            <a:r>
              <a:rPr lang="es-PE" sz="1600" b="1" dirty="0">
                <a:solidFill>
                  <a:schemeClr val="bg1"/>
                </a:solidFill>
              </a:rPr>
              <a:t>(Accomplishment )</a:t>
            </a:r>
          </a:p>
        </p:txBody>
      </p:sp>
    </p:spTree>
    <p:extLst>
      <p:ext uri="{BB962C8B-B14F-4D97-AF65-F5344CB8AC3E}">
        <p14:creationId xmlns:p14="http://schemas.microsoft.com/office/powerpoint/2010/main" val="1104839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1">
            <a:extLst>
              <a:ext uri="{FF2B5EF4-FFF2-40B4-BE49-F238E27FC236}">
                <a16:creationId xmlns:a16="http://schemas.microsoft.com/office/drawing/2014/main" id="{C8E1E55A-349D-48D3-A320-A76CCB61B5C4}"/>
              </a:ext>
            </a:extLst>
          </p:cNvPr>
          <p:cNvSpPr/>
          <p:nvPr/>
        </p:nvSpPr>
        <p:spPr>
          <a:xfrm>
            <a:off x="10110023" y="5710592"/>
            <a:ext cx="1451429" cy="75474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6616C44-7FA4-4DDE-B6DE-1C1CFAA43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6715" y="3969778"/>
            <a:ext cx="3075284" cy="2495549"/>
          </a:xfrm>
          <a:prstGeom prst="rect">
            <a:avLst/>
          </a:prstGeom>
        </p:spPr>
      </p:pic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E2DFA97-F1DD-46DB-83F1-123854947B80}"/>
              </a:ext>
            </a:extLst>
          </p:cNvPr>
          <p:cNvCxnSpPr/>
          <p:nvPr/>
        </p:nvCxnSpPr>
        <p:spPr>
          <a:xfrm>
            <a:off x="384997" y="1489430"/>
            <a:ext cx="11083103" cy="0"/>
          </a:xfrm>
          <a:prstGeom prst="line">
            <a:avLst/>
          </a:prstGeom>
          <a:ln>
            <a:solidFill>
              <a:srgbClr val="B7B6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3BE7A86E-8CB3-4E72-8137-B030C13E8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97" y="803927"/>
            <a:ext cx="4839455" cy="685637"/>
          </a:xfrm>
          <a:prstGeom prst="rect">
            <a:avLst/>
          </a:prstGeom>
        </p:spPr>
      </p:pic>
      <p:sp>
        <p:nvSpPr>
          <p:cNvPr id="2" name="Título 22">
            <a:extLst>
              <a:ext uri="{FF2B5EF4-FFF2-40B4-BE49-F238E27FC236}">
                <a16:creationId xmlns:a16="http://schemas.microsoft.com/office/drawing/2014/main" id="{5B553617-16BA-420A-81D0-5D94456E64C0}"/>
              </a:ext>
            </a:extLst>
          </p:cNvPr>
          <p:cNvSpPr txBox="1">
            <a:spLocks/>
          </p:cNvSpPr>
          <p:nvPr/>
        </p:nvSpPr>
        <p:spPr>
          <a:xfrm>
            <a:off x="316345" y="1935776"/>
            <a:ext cx="7151255" cy="492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rgbClr val="151F6D"/>
                </a:solidFill>
              </a:rPr>
              <a:t>Conceptos revisados en la sesión</a:t>
            </a:r>
            <a:endParaRPr lang="es-PE" sz="3600" dirty="0">
              <a:solidFill>
                <a:srgbClr val="151F6D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7F4A726-3D4B-86D7-935B-A47EBDCB6C51}"/>
              </a:ext>
            </a:extLst>
          </p:cNvPr>
          <p:cNvSpPr txBox="1"/>
          <p:nvPr/>
        </p:nvSpPr>
        <p:spPr>
          <a:xfrm>
            <a:off x="316345" y="2676172"/>
            <a:ext cx="11408288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La investigación: importancia, mitos, conceptos básicos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¿Cómo definimos ideas de investigación?</a:t>
            </a:r>
          </a:p>
          <a:p>
            <a:pPr marL="457200" indent="-457200">
              <a:lnSpc>
                <a:spcPct val="150000"/>
              </a:lnSpc>
              <a:buClr>
                <a:srgbClr val="00A0A0"/>
              </a:buClr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ea typeface="+mj-ea"/>
                <a:cs typeface="+mj-cs"/>
              </a:rPr>
              <a:t>El método científico</a:t>
            </a:r>
          </a:p>
        </p:txBody>
      </p:sp>
    </p:spTree>
    <p:extLst>
      <p:ext uri="{BB962C8B-B14F-4D97-AF65-F5344CB8AC3E}">
        <p14:creationId xmlns:p14="http://schemas.microsoft.com/office/powerpoint/2010/main" val="3440028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0">
            <a:extLst>
              <a:ext uri="{FF2B5EF4-FFF2-40B4-BE49-F238E27FC236}">
                <a16:creationId xmlns:a16="http://schemas.microsoft.com/office/drawing/2014/main" id="{0AE023B8-9CAB-49E8-BA5A-D09424E1B1A6}"/>
              </a:ext>
            </a:extLst>
          </p:cNvPr>
          <p:cNvSpPr txBox="1"/>
          <p:nvPr/>
        </p:nvSpPr>
        <p:spPr>
          <a:xfrm>
            <a:off x="1076434" y="1406715"/>
            <a:ext cx="5730765" cy="31425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35" dirty="0">
                <a:solidFill>
                  <a:srgbClr val="002663"/>
                </a:solidFill>
                <a:latin typeface="+mj-lt"/>
                <a:cs typeface="Stelvio Grotesk Bold"/>
              </a:rPr>
              <a:t>Referencias</a:t>
            </a:r>
            <a:endParaRPr sz="3600" dirty="0">
              <a:latin typeface="+mj-lt"/>
              <a:cs typeface="Stelvio Grotesk Bold"/>
            </a:endParaRPr>
          </a:p>
          <a:p>
            <a:pPr marL="173355" marR="5080" algn="just">
              <a:lnSpc>
                <a:spcPct val="101200"/>
              </a:lnSpc>
              <a:spcBef>
                <a:spcPts val="3785"/>
              </a:spcBef>
            </a:pPr>
            <a:r>
              <a:rPr lang="es-ES" sz="1200" b="0" spc="10" dirty="0">
                <a:solidFill>
                  <a:srgbClr val="616160"/>
                </a:solidFill>
                <a:latin typeface="+mj-lt"/>
                <a:cs typeface="Nunito ExtraLight"/>
              </a:rPr>
              <a:t>[1] Sampieri, R. (2014). Metodología de la investigación. Mc Graw Hill </a:t>
            </a:r>
            <a:r>
              <a:rPr lang="es-ES" sz="1200" b="0" spc="10" dirty="0" err="1">
                <a:solidFill>
                  <a:srgbClr val="616160"/>
                </a:solidFill>
                <a:latin typeface="+mj-lt"/>
                <a:cs typeface="Nunito ExtraLight"/>
              </a:rPr>
              <a:t>Education</a:t>
            </a:r>
            <a:r>
              <a:rPr lang="es-ES" sz="1200" b="0" spc="10" dirty="0">
                <a:solidFill>
                  <a:srgbClr val="616160"/>
                </a:solidFill>
                <a:latin typeface="+mj-lt"/>
                <a:cs typeface="Nunito ExtraLight"/>
              </a:rPr>
              <a:t>. México, México</a:t>
            </a:r>
          </a:p>
          <a:p>
            <a:pPr marL="173355" marR="5080" algn="just">
              <a:lnSpc>
                <a:spcPct val="101200"/>
              </a:lnSpc>
              <a:spcBef>
                <a:spcPts val="3785"/>
              </a:spcBef>
            </a:pPr>
            <a:r>
              <a:rPr lang="es-ES" sz="1200" dirty="0">
                <a:latin typeface="+mj-lt"/>
                <a:cs typeface="Nunito ExtraLight"/>
              </a:rPr>
              <a:t>[2] Eco, U. (1991). Cómo se hace una tesis. Técnicas y procedimientos de estudio investigación y escritura.. SE. </a:t>
            </a:r>
          </a:p>
          <a:p>
            <a:pPr marL="173355" marR="5080" algn="just">
              <a:lnSpc>
                <a:spcPct val="101200"/>
              </a:lnSpc>
              <a:spcBef>
                <a:spcPts val="3785"/>
              </a:spcBef>
            </a:pPr>
            <a:r>
              <a:rPr lang="es-ES" sz="1200" dirty="0">
                <a:latin typeface="+mj-lt"/>
                <a:cs typeface="Nunito ExtraLight"/>
              </a:rPr>
              <a:t>[3] Khan </a:t>
            </a:r>
            <a:r>
              <a:rPr lang="es-ES" sz="1200" dirty="0" err="1">
                <a:latin typeface="+mj-lt"/>
                <a:cs typeface="Nunito ExtraLight"/>
              </a:rPr>
              <a:t>Academy</a:t>
            </a:r>
            <a:r>
              <a:rPr lang="es-ES" sz="1200" dirty="0">
                <a:latin typeface="+mj-lt"/>
                <a:cs typeface="Nunito ExtraLight"/>
              </a:rPr>
              <a:t>. (s.f.) El método científico. </a:t>
            </a:r>
            <a:r>
              <a:rPr lang="es-ES" sz="1200" dirty="0">
                <a:latin typeface="+mj-lt"/>
                <a:cs typeface="Nunito ExtraLight"/>
                <a:hlinkClick r:id="rId2"/>
              </a:rPr>
              <a:t>https://es.khanacademy.org/</a:t>
            </a:r>
            <a:r>
              <a:rPr lang="es-ES" sz="1200" dirty="0">
                <a:latin typeface="+mj-lt"/>
                <a:cs typeface="Nunito ExtraLight"/>
              </a:rPr>
              <a:t> accedido en marzo del 2024.</a:t>
            </a:r>
            <a:endParaRPr sz="1200" dirty="0">
              <a:latin typeface="+mj-lt"/>
              <a:cs typeface="Nunito ExtraLight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586B812F-BFF0-42DF-B23D-C069C5339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3584" y="1801326"/>
            <a:ext cx="4490266" cy="464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742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E82C32BB-DA49-48D1-BAB6-FE3B45DBF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667" y="2879016"/>
            <a:ext cx="4903333" cy="3978984"/>
          </a:xfrm>
          <a:prstGeom prst="rect">
            <a:avLst/>
          </a:prstGeom>
        </p:spPr>
      </p:pic>
      <p:sp>
        <p:nvSpPr>
          <p:cNvPr id="4" name="Título 6">
            <a:extLst>
              <a:ext uri="{FF2B5EF4-FFF2-40B4-BE49-F238E27FC236}">
                <a16:creationId xmlns:a16="http://schemas.microsoft.com/office/drawing/2014/main" id="{97AF4FE0-35DD-4944-912B-B7D552376129}"/>
              </a:ext>
            </a:extLst>
          </p:cNvPr>
          <p:cNvSpPr txBox="1">
            <a:spLocks/>
          </p:cNvSpPr>
          <p:nvPr/>
        </p:nvSpPr>
        <p:spPr>
          <a:xfrm>
            <a:off x="1026642" y="4250925"/>
            <a:ext cx="2402794" cy="1357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2800" b="1" dirty="0">
                <a:solidFill>
                  <a:schemeClr val="bg1"/>
                </a:solidFill>
              </a:rPr>
              <a:t>Este nuevo capítulo USIL!</a:t>
            </a:r>
          </a:p>
        </p:txBody>
      </p:sp>
      <p:sp>
        <p:nvSpPr>
          <p:cNvPr id="5" name="Título 6">
            <a:extLst>
              <a:ext uri="{FF2B5EF4-FFF2-40B4-BE49-F238E27FC236}">
                <a16:creationId xmlns:a16="http://schemas.microsoft.com/office/drawing/2014/main" id="{A1AF5408-E43E-4DF4-874F-444A17DD6B25}"/>
              </a:ext>
            </a:extLst>
          </p:cNvPr>
          <p:cNvSpPr txBox="1">
            <a:spLocks/>
          </p:cNvSpPr>
          <p:nvPr/>
        </p:nvSpPr>
        <p:spPr>
          <a:xfrm>
            <a:off x="1026643" y="2809305"/>
            <a:ext cx="1929622" cy="17710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151F6D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r>
              <a:rPr lang="es-PE" sz="2000" dirty="0">
                <a:solidFill>
                  <a:schemeClr val="bg1"/>
                </a:solidFill>
                <a:latin typeface="+mj-lt"/>
              </a:rPr>
              <a:t>Muchas gracias por ser parte de</a:t>
            </a:r>
          </a:p>
        </p:txBody>
      </p:sp>
    </p:spTree>
    <p:extLst>
      <p:ext uri="{BB962C8B-B14F-4D97-AF65-F5344CB8AC3E}">
        <p14:creationId xmlns:p14="http://schemas.microsoft.com/office/powerpoint/2010/main" val="3713844949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b62032-6f19-4dde-9307-a8f76a247773">
      <Terms xmlns="http://schemas.microsoft.com/office/infopath/2007/PartnerControls"/>
    </lcf76f155ced4ddcb4097134ff3c332f>
    <TaxCatchAll xmlns="085aec56-ecec-404b-813f-b18305fc974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1CCB1F8E8517A49BDDA426BC60EA2EB" ma:contentTypeVersion="16" ma:contentTypeDescription="Crear nuevo documento." ma:contentTypeScope="" ma:versionID="2945b26d3ce37ed9696ef8b49e0826b3">
  <xsd:schema xmlns:xsd="http://www.w3.org/2001/XMLSchema" xmlns:xs="http://www.w3.org/2001/XMLSchema" xmlns:p="http://schemas.microsoft.com/office/2006/metadata/properties" xmlns:ns2="efb62032-6f19-4dde-9307-a8f76a247773" xmlns:ns3="085aec56-ecec-404b-813f-b18305fc9740" targetNamespace="http://schemas.microsoft.com/office/2006/metadata/properties" ma:root="true" ma:fieldsID="c9389098ffe82a34b1c20e7599536f96" ns2:_="" ns3:_="">
    <xsd:import namespace="efb62032-6f19-4dde-9307-a8f76a247773"/>
    <xsd:import namespace="085aec56-ecec-404b-813f-b18305fc97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62032-6f19-4dde-9307-a8f76a2477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bd611b69-d086-4bb6-bf37-dd4df741f5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ec56-ecec-404b-813f-b18305fc974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e75c824-2425-4659-b9c3-75687116e654}" ma:internalName="TaxCatchAll" ma:showField="CatchAllData" ma:web="085aec56-ecec-404b-813f-b18305fc97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097C74-321B-492F-8753-1F6674E4C827}">
  <ds:schemaRefs>
    <ds:schemaRef ds:uri="http://schemas.microsoft.com/office/2006/metadata/properties"/>
    <ds:schemaRef ds:uri="http://schemas.microsoft.com/office/infopath/2007/PartnerControls"/>
    <ds:schemaRef ds:uri="efb62032-6f19-4dde-9307-a8f76a247773"/>
    <ds:schemaRef ds:uri="085aec56-ecec-404b-813f-b18305fc9740"/>
  </ds:schemaRefs>
</ds:datastoreItem>
</file>

<file path=customXml/itemProps2.xml><?xml version="1.0" encoding="utf-8"?>
<ds:datastoreItem xmlns:ds="http://schemas.openxmlformats.org/officeDocument/2006/customXml" ds:itemID="{AAD9D16F-C9AF-4530-9DF5-4A9BA6021E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b62032-6f19-4dde-9307-a8f76a247773"/>
    <ds:schemaRef ds:uri="085aec56-ecec-404b-813f-b18305fc97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9B4344-56B2-4858-9CA6-66C0D84CA3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</TotalTime>
  <Words>1594</Words>
  <Application>Microsoft Office PowerPoint</Application>
  <PresentationFormat>Panorámica</PresentationFormat>
  <Paragraphs>236</Paragraphs>
  <Slides>39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4" baseType="lpstr">
      <vt:lpstr>Wingdings</vt:lpstr>
      <vt:lpstr>Arial</vt:lpstr>
      <vt:lpstr>Calibri Light</vt:lpstr>
      <vt:lpstr>Calibri</vt:lpstr>
      <vt:lpstr>Diseño personalizado</vt:lpstr>
      <vt:lpstr>Introducción al curso</vt:lpstr>
      <vt:lpstr>Presentación de PowerPoint</vt:lpstr>
      <vt:lpstr>Presentación de PowerPoint</vt:lpstr>
      <vt:lpstr>SUBTÍTULOS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Ruth Berrospi Montero</dc:creator>
  <cp:lastModifiedBy>Holger</cp:lastModifiedBy>
  <cp:revision>65</cp:revision>
  <dcterms:created xsi:type="dcterms:W3CDTF">2021-07-13T23:03:03Z</dcterms:created>
  <dcterms:modified xsi:type="dcterms:W3CDTF">2024-03-21T17:15:59Z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0x01010071CCB1F8E8517A49BDDA426BC60EA2EB</vt:lpwstr>
  </property>
</Properties>
</file>